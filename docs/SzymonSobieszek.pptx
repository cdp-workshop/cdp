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9" r:id="rId1"/>
  </p:sldMasterIdLst>
  <p:notesMasterIdLst>
    <p:notesMasterId r:id="rId15"/>
  </p:notesMasterIdLst>
  <p:handoutMasterIdLst>
    <p:handoutMasterId r:id="rId16"/>
  </p:handoutMasterIdLst>
  <p:sldIdLst>
    <p:sldId id="256" r:id="rId2"/>
    <p:sldId id="257" r:id="rId3"/>
    <p:sldId id="279" r:id="rId4"/>
    <p:sldId id="272" r:id="rId5"/>
    <p:sldId id="275" r:id="rId6"/>
    <p:sldId id="277" r:id="rId7"/>
    <p:sldId id="267" r:id="rId8"/>
    <p:sldId id="278" r:id="rId9"/>
    <p:sldId id="274" r:id="rId10"/>
    <p:sldId id="258" r:id="rId11"/>
    <p:sldId id="270" r:id="rId12"/>
    <p:sldId id="273" r:id="rId13"/>
    <p:sldId id="269" r:id="rId14"/>
  </p:sldIdLst>
  <p:sldSz cx="12192000" cy="6858000"/>
  <p:notesSz cx="7099300" cy="10234613"/>
  <p:defaultTex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189" algn="l" rtl="0" fontAlgn="base">
      <a:spcBef>
        <a:spcPct val="0"/>
      </a:spcBef>
      <a:spcAft>
        <a:spcPct val="0"/>
      </a:spcAft>
      <a:defRPr kern="1200">
        <a:solidFill>
          <a:schemeClr val="tx1"/>
        </a:solidFill>
        <a:latin typeface="Calibri" pitchFamily="34" charset="0"/>
        <a:ea typeface="宋体" pitchFamily="2" charset="-122"/>
        <a:cs typeface="+mn-cs"/>
      </a:defRPr>
    </a:lvl2pPr>
    <a:lvl3pPr marL="914377"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566"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754"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943" algn="l" defTabSz="914377" rtl="0" eaLnBrk="1" latinLnBrk="0" hangingPunct="1">
      <a:defRPr kern="1200">
        <a:solidFill>
          <a:schemeClr val="tx1"/>
        </a:solidFill>
        <a:latin typeface="Calibri" pitchFamily="34" charset="0"/>
        <a:ea typeface="宋体" pitchFamily="2" charset="-122"/>
        <a:cs typeface="+mn-cs"/>
      </a:defRPr>
    </a:lvl6pPr>
    <a:lvl7pPr marL="2743131" algn="l" defTabSz="914377" rtl="0" eaLnBrk="1" latinLnBrk="0" hangingPunct="1">
      <a:defRPr kern="1200">
        <a:solidFill>
          <a:schemeClr val="tx1"/>
        </a:solidFill>
        <a:latin typeface="Calibri" pitchFamily="34" charset="0"/>
        <a:ea typeface="宋体" pitchFamily="2" charset="-122"/>
        <a:cs typeface="+mn-cs"/>
      </a:defRPr>
    </a:lvl7pPr>
    <a:lvl8pPr marL="3200320" algn="l" defTabSz="914377" rtl="0" eaLnBrk="1" latinLnBrk="0" hangingPunct="1">
      <a:defRPr kern="1200">
        <a:solidFill>
          <a:schemeClr val="tx1"/>
        </a:solidFill>
        <a:latin typeface="Calibri" pitchFamily="34" charset="0"/>
        <a:ea typeface="宋体" pitchFamily="2" charset="-122"/>
        <a:cs typeface="+mn-cs"/>
      </a:defRPr>
    </a:lvl8pPr>
    <a:lvl9pPr marL="3657509" algn="l" defTabSz="914377" rtl="0" eaLnBrk="1" latinLnBrk="0" hangingPunct="1">
      <a:defRPr kern="1200">
        <a:solidFill>
          <a:schemeClr val="tx1"/>
        </a:solidFill>
        <a:latin typeface="Calibri" pitchFamily="34" charset="0"/>
        <a:ea typeface="宋体" pitchFamily="2" charset="-122"/>
        <a:cs typeface="+mn-cs"/>
      </a:defRPr>
    </a:lvl9pPr>
  </p:defaultTextStyle>
  <p:extLst>
    <p:ext uri="{EFAFB233-063F-42B5-8137-9DF3F51BA10A}">
      <p15:sldGuideLst xmlns:p15="http://schemas.microsoft.com/office/powerpoint/2012/main">
        <p15:guide id="1" orient="horz" pos="436" userDrawn="1">
          <p15:clr>
            <a:srgbClr val="A4A3A4"/>
          </p15:clr>
        </p15:guide>
        <p15:guide id="2" orient="horz" pos="618" userDrawn="1">
          <p15:clr>
            <a:srgbClr val="A4A3A4"/>
          </p15:clr>
        </p15:guide>
        <p15:guide id="3" orient="horz" pos="845" userDrawn="1">
          <p15:clr>
            <a:srgbClr val="A4A3A4"/>
          </p15:clr>
        </p15:guide>
        <p15:guide id="4" orient="horz" pos="2840" userDrawn="1">
          <p15:clr>
            <a:srgbClr val="A4A3A4"/>
          </p15:clr>
        </p15:guide>
        <p15:guide id="5" orient="horz" pos="4020" userDrawn="1">
          <p15:clr>
            <a:srgbClr val="A4A3A4"/>
          </p15:clr>
        </p15:guide>
        <p15:guide id="6" pos="7045" userDrawn="1">
          <p15:clr>
            <a:srgbClr val="A4A3A4"/>
          </p15:clr>
        </p15:guide>
        <p15:guide id="7" pos="635" userDrawn="1">
          <p15:clr>
            <a:srgbClr val="A4A3A4"/>
          </p15:clr>
        </p15:guide>
        <p15:guide id="8" orient="horz" pos="4319">
          <p15:clr>
            <a:srgbClr val="A4A3A4"/>
          </p15:clr>
        </p15:guide>
        <p15:guide id="9" pos="767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3224">
          <p15:clr>
            <a:srgbClr val="A4A3A4"/>
          </p15:clr>
        </p15:guide>
        <p15:guide id="4" pos="22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zymon Sobieszek" initials="SS" lastIdx="1" clrIdx="0">
    <p:extLst>
      <p:ext uri="{19B8F6BF-5375-455C-9EA6-DF929625EA0E}">
        <p15:presenceInfo xmlns:p15="http://schemas.microsoft.com/office/powerpoint/2012/main" userId="S-1-5-21-147214757-305610072-1517763936-1079056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FFFF"/>
    <a:srgbClr val="D9FFF0"/>
    <a:srgbClr val="CCECFF"/>
    <a:srgbClr val="99CCFF"/>
    <a:srgbClr val="0000FF"/>
    <a:srgbClr val="FFCC99"/>
    <a:srgbClr val="E24220"/>
    <a:srgbClr val="FF3300"/>
    <a:srgbClr val="FF6600"/>
    <a:srgbClr val="C5C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8" autoAdjust="0"/>
    <p:restoredTop sz="96473" autoAdjust="0"/>
  </p:normalViewPr>
  <p:slideViewPr>
    <p:cSldViewPr showGuides="1">
      <p:cViewPr varScale="1">
        <p:scale>
          <a:sx n="117" d="100"/>
          <a:sy n="117" d="100"/>
        </p:scale>
        <p:origin x="120" y="666"/>
      </p:cViewPr>
      <p:guideLst>
        <p:guide orient="horz" pos="436"/>
        <p:guide orient="horz" pos="618"/>
        <p:guide orient="horz" pos="845"/>
        <p:guide orient="horz" pos="2840"/>
        <p:guide orient="horz" pos="4020"/>
        <p:guide pos="7045"/>
        <p:guide pos="635"/>
        <p:guide orient="horz" pos="4319"/>
        <p:guide pos="7679"/>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77" d="100"/>
          <a:sy n="77" d="100"/>
        </p:scale>
        <p:origin x="5850" y="96"/>
      </p:cViewPr>
      <p:guideLst>
        <p:guide orient="horz" pos="2880"/>
        <p:guide pos="2160"/>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330" name="Rectangle 2"/>
          <p:cNvSpPr>
            <a:spLocks noGrp="1" noChangeArrowheads="1"/>
          </p:cNvSpPr>
          <p:nvPr>
            <p:ph type="hdr" sz="quarter"/>
          </p:nvPr>
        </p:nvSpPr>
        <p:spPr bwMode="auto">
          <a:xfrm>
            <a:off x="0" y="0"/>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eaLnBrk="0" hangingPunct="0">
              <a:defRPr sz="1300">
                <a:ea typeface="宋体" pitchFamily="2" charset="-122"/>
              </a:defRPr>
            </a:lvl1pPr>
          </a:lstStyle>
          <a:p>
            <a:pPr>
              <a:defRPr/>
            </a:pPr>
            <a:endParaRPr lang="zh-CN" altLang="en-US"/>
          </a:p>
        </p:txBody>
      </p:sp>
      <p:sp>
        <p:nvSpPr>
          <p:cNvPr id="227331" name="Rectangle 3"/>
          <p:cNvSpPr>
            <a:spLocks noGrp="1" noChangeArrowheads="1"/>
          </p:cNvSpPr>
          <p:nvPr>
            <p:ph type="dt" sz="quarter" idx="1"/>
          </p:nvPr>
        </p:nvSpPr>
        <p:spPr bwMode="auto">
          <a:xfrm>
            <a:off x="4021294" y="0"/>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eaLnBrk="0" hangingPunct="0">
              <a:defRPr sz="1300">
                <a:ea typeface="宋体" pitchFamily="2" charset="-122"/>
              </a:defRPr>
            </a:lvl1pPr>
          </a:lstStyle>
          <a:p>
            <a:pPr>
              <a:defRPr/>
            </a:pPr>
            <a:fld id="{FD6B2986-D06E-4F3C-B19C-CC0A0E2B9416}" type="datetimeFigureOut">
              <a:rPr lang="zh-CN" altLang="en-US"/>
              <a:pPr>
                <a:defRPr/>
              </a:pPr>
              <a:t>2025/11/9</a:t>
            </a:fld>
            <a:endParaRPr lang="en-US" altLang="zh-CN"/>
          </a:p>
        </p:txBody>
      </p:sp>
      <p:sp>
        <p:nvSpPr>
          <p:cNvPr id="227332" name="Rectangle 4"/>
          <p:cNvSpPr>
            <a:spLocks noGrp="1" noChangeArrowheads="1"/>
          </p:cNvSpPr>
          <p:nvPr>
            <p:ph type="ftr" sz="quarter" idx="2"/>
          </p:nvPr>
        </p:nvSpPr>
        <p:spPr bwMode="auto">
          <a:xfrm>
            <a:off x="0" y="9721106"/>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eaLnBrk="0" hangingPunct="0">
              <a:defRPr sz="1300">
                <a:ea typeface="宋体" pitchFamily="2" charset="-122"/>
              </a:defRPr>
            </a:lvl1pPr>
          </a:lstStyle>
          <a:p>
            <a:pPr>
              <a:defRPr/>
            </a:pPr>
            <a:endParaRPr lang="en-US" altLang="zh-CN"/>
          </a:p>
        </p:txBody>
      </p:sp>
      <p:sp>
        <p:nvSpPr>
          <p:cNvPr id="227333" name="Rectangle 5"/>
          <p:cNvSpPr>
            <a:spLocks noGrp="1" noChangeArrowheads="1"/>
          </p:cNvSpPr>
          <p:nvPr>
            <p:ph type="sldNum" sz="quarter" idx="3"/>
          </p:nvPr>
        </p:nvSpPr>
        <p:spPr bwMode="auto">
          <a:xfrm>
            <a:off x="4021294" y="9721106"/>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eaLnBrk="0" hangingPunct="0">
              <a:defRPr sz="1300">
                <a:ea typeface="宋体" pitchFamily="2" charset="-122"/>
              </a:defRPr>
            </a:lvl1pPr>
          </a:lstStyle>
          <a:p>
            <a:pPr>
              <a:defRPr/>
            </a:pPr>
            <a:fld id="{4B569440-9C1A-4A13-B530-46C3A9E17375}" type="slidenum">
              <a:rPr lang="zh-CN" altLang="en-US"/>
              <a:pPr>
                <a:defRPr/>
              </a:pPr>
              <a:t>‹#›</a:t>
            </a:fld>
            <a:endParaRPr lang="en-US" altLang="zh-CN"/>
          </a:p>
        </p:txBody>
      </p:sp>
    </p:spTree>
    <p:extLst>
      <p:ext uri="{BB962C8B-B14F-4D97-AF65-F5344CB8AC3E}">
        <p14:creationId xmlns:p14="http://schemas.microsoft.com/office/powerpoint/2010/main" val="941739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1138" y="0"/>
            <a:ext cx="3076575" cy="511175"/>
          </a:xfrm>
          <a:prstGeom prst="rect">
            <a:avLst/>
          </a:prstGeom>
        </p:spPr>
        <p:txBody>
          <a:bodyPr vert="horz" lIns="91440" tIns="45720" rIns="91440" bIns="45720" rtlCol="0"/>
          <a:lstStyle>
            <a:lvl1pPr algn="r">
              <a:defRPr sz="1200"/>
            </a:lvl1pPr>
          </a:lstStyle>
          <a:p>
            <a:fld id="{73C130F0-A224-46A1-9B62-1A8E355288AE}" type="datetimeFigureOut">
              <a:rPr lang="zh-CN" altLang="en-US" smtClean="0"/>
              <a:pPr/>
              <a:t>2025/11/9</a:t>
            </a:fld>
            <a:endParaRPr lang="zh-CN" altLang="en-US"/>
          </a:p>
        </p:txBody>
      </p:sp>
      <p:sp>
        <p:nvSpPr>
          <p:cNvPr id="4" name="幻灯片图像占位符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09613" y="4860925"/>
            <a:ext cx="5680075" cy="4605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721850"/>
            <a:ext cx="3076575" cy="51117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1138" y="9721850"/>
            <a:ext cx="3076575" cy="511175"/>
          </a:xfrm>
          <a:prstGeom prst="rect">
            <a:avLst/>
          </a:prstGeom>
        </p:spPr>
        <p:txBody>
          <a:bodyPr vert="horz" lIns="91440" tIns="45720" rIns="91440" bIns="45720" rtlCol="0" anchor="b"/>
          <a:lstStyle>
            <a:lvl1pPr algn="r">
              <a:defRPr sz="1200"/>
            </a:lvl1pPr>
          </a:lstStyle>
          <a:p>
            <a:fld id="{87A63F8F-1A1D-42DE-8BFE-81573CE45B50}" type="slidenum">
              <a:rPr lang="zh-CN" altLang="en-US" smtClean="0"/>
              <a:pPr/>
              <a:t>‹#›</a:t>
            </a:fld>
            <a:endParaRPr lang="zh-CN" altLang="en-US"/>
          </a:p>
        </p:txBody>
      </p:sp>
    </p:spTree>
    <p:extLst>
      <p:ext uri="{BB962C8B-B14F-4D97-AF65-F5344CB8AC3E}">
        <p14:creationId xmlns:p14="http://schemas.microsoft.com/office/powerpoint/2010/main" val="3380607294"/>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87A63F8F-1A1D-42DE-8BFE-81573CE45B50}" type="slidenum">
              <a:rPr lang="zh-CN" altLang="en-US" smtClean="0"/>
              <a:pPr/>
              <a:t>2</a:t>
            </a:fld>
            <a:endParaRPr lang="zh-CN" altLang="en-US"/>
          </a:p>
        </p:txBody>
      </p:sp>
    </p:spTree>
    <p:extLst>
      <p:ext uri="{BB962C8B-B14F-4D97-AF65-F5344CB8AC3E}">
        <p14:creationId xmlns:p14="http://schemas.microsoft.com/office/powerpoint/2010/main" val="3325615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87A63F8F-1A1D-42DE-8BFE-81573CE45B50}" type="slidenum">
              <a:rPr lang="zh-CN" altLang="en-US" smtClean="0"/>
              <a:pPr/>
              <a:t>3</a:t>
            </a:fld>
            <a:endParaRPr lang="zh-CN" altLang="en-US"/>
          </a:p>
        </p:txBody>
      </p:sp>
    </p:spTree>
    <p:extLst>
      <p:ext uri="{BB962C8B-B14F-4D97-AF65-F5344CB8AC3E}">
        <p14:creationId xmlns:p14="http://schemas.microsoft.com/office/powerpoint/2010/main" val="41182573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Page">
    <p:spTree>
      <p:nvGrpSpPr>
        <p:cNvPr id="1" name=""/>
        <p:cNvGrpSpPr/>
        <p:nvPr/>
      </p:nvGrpSpPr>
      <p:grpSpPr>
        <a:xfrm>
          <a:off x="0" y="0"/>
          <a:ext cx="0" cy="0"/>
          <a:chOff x="0" y="0"/>
          <a:chExt cx="0" cy="0"/>
        </a:xfrm>
      </p:grpSpPr>
      <p:pic>
        <p:nvPicPr>
          <p:cNvPr id="12" name="Picture 9" descr="封面"/>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0" y="1412875"/>
            <a:ext cx="121920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Logo"/>
          <p:cNvPicPr>
            <a:picLocks noChangeAspect="1" noChangeArrowheads="1"/>
          </p:cNvPicPr>
          <p:nvPr/>
        </p:nvPicPr>
        <p:blipFill>
          <a:blip r:embed="rId3" cstate="email"/>
          <a:srcRect/>
          <a:stretch>
            <a:fillRect/>
          </a:stretch>
        </p:blipFill>
        <p:spPr bwMode="auto">
          <a:xfrm>
            <a:off x="10100229" y="5567372"/>
            <a:ext cx="818937" cy="820737"/>
          </a:xfrm>
          <a:prstGeom prst="rect">
            <a:avLst/>
          </a:prstGeom>
          <a:noFill/>
          <a:ln w="9525">
            <a:noFill/>
            <a:miter lim="800000"/>
            <a:headEnd/>
            <a:tailEnd/>
          </a:ln>
        </p:spPr>
      </p:pic>
      <p:sp>
        <p:nvSpPr>
          <p:cNvPr id="6" name="Text Box 6"/>
          <p:cNvSpPr txBox="1">
            <a:spLocks noChangeArrowheads="1"/>
          </p:cNvSpPr>
          <p:nvPr/>
        </p:nvSpPr>
        <p:spPr bwMode="auto">
          <a:xfrm>
            <a:off x="871315" y="6205544"/>
            <a:ext cx="2813753" cy="288660"/>
          </a:xfrm>
          <a:prstGeom prst="rect">
            <a:avLst/>
          </a:prstGeom>
          <a:noFill/>
          <a:ln w="9525">
            <a:noFill/>
            <a:miter lim="800000"/>
            <a:headEnd/>
            <a:tailEnd/>
          </a:ln>
        </p:spPr>
        <p:txBody>
          <a:bodyPr wrap="none" lIns="87742" tIns="43874" rIns="87742" bIns="43874" anchor="ctr">
            <a:spAutoFit/>
          </a:bodyPr>
          <a:lstStyle/>
          <a:p>
            <a:pPr defTabSz="877315" eaLnBrk="0" hangingPunct="0">
              <a:defRPr/>
            </a:pPr>
            <a:r>
              <a:rPr lang="en-US" altLang="zh-CN" sz="1300" b="1" dirty="0" smtClean="0">
                <a:solidFill>
                  <a:srgbClr val="000000"/>
                </a:solidFill>
                <a:latin typeface="Trebuchet MS" panose="020B0603020202020204" pitchFamily="34" charset="0"/>
                <a:ea typeface="ＭＳ Ｐゴシック" pitchFamily="34" charset="-128"/>
              </a:rPr>
              <a:t>HUAWEI TECHNOLOGIES CO., LTD.</a:t>
            </a:r>
            <a:endParaRPr lang="en-US" altLang="zh-CN" sz="2400" b="1" dirty="0">
              <a:solidFill>
                <a:srgbClr val="000000"/>
              </a:solidFill>
              <a:latin typeface="Trebuchet MS" panose="020B0603020202020204" pitchFamily="34" charset="0"/>
              <a:ea typeface="ＭＳ Ｐゴシック" pitchFamily="34" charset="-128"/>
            </a:endParaRPr>
          </a:p>
        </p:txBody>
      </p:sp>
      <p:sp>
        <p:nvSpPr>
          <p:cNvPr id="7" name="Text Box 7"/>
          <p:cNvSpPr txBox="1">
            <a:spLocks noChangeArrowheads="1"/>
          </p:cNvSpPr>
          <p:nvPr/>
        </p:nvSpPr>
        <p:spPr bwMode="auto">
          <a:xfrm>
            <a:off x="9633620" y="4094171"/>
            <a:ext cx="1494866" cy="288660"/>
          </a:xfrm>
          <a:prstGeom prst="rect">
            <a:avLst/>
          </a:prstGeom>
          <a:noFill/>
          <a:ln w="9525">
            <a:noFill/>
            <a:miter lim="800000"/>
            <a:headEnd/>
            <a:tailEnd/>
          </a:ln>
        </p:spPr>
        <p:txBody>
          <a:bodyPr wrap="none" lIns="87742" tIns="43874" rIns="87742" bIns="43874">
            <a:spAutoFit/>
          </a:bodyPr>
          <a:lstStyle/>
          <a:p>
            <a:pPr defTabSz="877315" eaLnBrk="0" hangingPunct="0">
              <a:defRPr/>
            </a:pPr>
            <a:r>
              <a:rPr lang="en-US" altLang="zh-CN" sz="1300" baseline="0" dirty="0">
                <a:solidFill>
                  <a:srgbClr val="FFFFFF"/>
                </a:solidFill>
                <a:latin typeface="Trebuchet MS" panose="020B0603020202020204" pitchFamily="34" charset="0"/>
                <a:ea typeface="ＭＳ Ｐゴシック" pitchFamily="34" charset="-128"/>
              </a:rPr>
              <a:t>www.huawei.com</a:t>
            </a:r>
          </a:p>
        </p:txBody>
      </p:sp>
      <p:sp>
        <p:nvSpPr>
          <p:cNvPr id="664580" name="Rectangle 4"/>
          <p:cNvSpPr>
            <a:spLocks noGrp="1" noChangeArrowheads="1"/>
          </p:cNvSpPr>
          <p:nvPr>
            <p:ph type="ctrTitle" sz="quarter"/>
          </p:nvPr>
        </p:nvSpPr>
        <p:spPr>
          <a:xfrm>
            <a:off x="914162" y="1391923"/>
            <a:ext cx="7072059" cy="1666489"/>
          </a:xfrm>
        </p:spPr>
        <p:txBody>
          <a:bodyPr lIns="87758" tIns="43878" rIns="87758" bIns="43878"/>
          <a:lstStyle>
            <a:lvl1pPr algn="ctr">
              <a:defRPr sz="4400" b="1">
                <a:solidFill>
                  <a:schemeClr val="bg1"/>
                </a:solidFill>
              </a:defRPr>
            </a:lvl1pPr>
          </a:lstStyle>
          <a:p>
            <a:r>
              <a:rPr lang="en-US" altLang="zh-CN" smtClean="0"/>
              <a:t>Click to edit Master title style</a:t>
            </a:r>
            <a:endParaRPr lang="zh-CN" altLang="en-US" dirty="0"/>
          </a:p>
        </p:txBody>
      </p:sp>
      <p:sp>
        <p:nvSpPr>
          <p:cNvPr id="664581" name="Rectangle 5"/>
          <p:cNvSpPr>
            <a:spLocks noGrp="1" noChangeArrowheads="1"/>
          </p:cNvSpPr>
          <p:nvPr>
            <p:ph type="subTitle" sz="quarter" idx="1"/>
          </p:nvPr>
        </p:nvSpPr>
        <p:spPr>
          <a:xfrm>
            <a:off x="912580" y="3182207"/>
            <a:ext cx="7073645" cy="864987"/>
          </a:xfrm>
        </p:spPr>
        <p:txBody>
          <a:bodyPr lIns="87758" tIns="43878" rIns="87758" bIns="43878" anchor="ctr"/>
          <a:lstStyle>
            <a:lvl1pPr marL="0" indent="0" algn="ctr">
              <a:lnSpc>
                <a:spcPct val="100000"/>
              </a:lnSpc>
              <a:buFont typeface="Wingdings" pitchFamily="2" charset="2"/>
              <a:buNone/>
              <a:defRPr sz="2000" b="0" baseline="0">
                <a:solidFill>
                  <a:schemeClr val="bg1"/>
                </a:solidFill>
                <a:latin typeface="Trebuchet MS" panose="020B0603020202020204" pitchFamily="34" charset="0"/>
              </a:defRPr>
            </a:lvl1pPr>
          </a:lstStyle>
          <a:p>
            <a:r>
              <a:rPr lang="en-US" altLang="zh-CN" smtClean="0"/>
              <a:t>Click to edit Master subtitle style</a:t>
            </a:r>
            <a:endParaRPr lang="en-US" altLang="zh-CN" dirty="0" smtClean="0"/>
          </a:p>
        </p:txBody>
      </p:sp>
      <p:sp>
        <p:nvSpPr>
          <p:cNvPr id="11" name="Date Placeholder 10"/>
          <p:cNvSpPr>
            <a:spLocks noGrp="1" noChangeArrowheads="1"/>
          </p:cNvSpPr>
          <p:nvPr>
            <p:ph type="dt" sz="quarter" idx="10"/>
          </p:nvPr>
        </p:nvSpPr>
        <p:spPr bwMode="auto">
          <a:xfrm>
            <a:off x="912576" y="363545"/>
            <a:ext cx="2845645" cy="474663"/>
          </a:xfrm>
          <a:prstGeom prst="rect">
            <a:avLst/>
          </a:prstGeom>
          <a:ln>
            <a:miter lim="800000"/>
            <a:headEnd/>
            <a:tailEnd/>
          </a:ln>
        </p:spPr>
        <p:txBody>
          <a:bodyPr vert="horz" wrap="square" lIns="87758" tIns="43878" rIns="87758" bIns="43878" numCol="1" anchor="t" anchorCtr="0" compatLnSpc="1">
            <a:prstTxWarp prst="textNoShape">
              <a:avLst/>
            </a:prstTxWarp>
          </a:bodyPr>
          <a:lstStyle>
            <a:lvl1pPr defTabSz="1219110" eaLnBrk="0" hangingPunct="0">
              <a:defRPr sz="1300" b="0">
                <a:solidFill>
                  <a:srgbClr val="000000"/>
                </a:solidFill>
                <a:latin typeface="Trebuchet MS" panose="020B0603020202020204" pitchFamily="34" charset="0"/>
                <a:ea typeface="MS PGothic" pitchFamily="34" charset="-128"/>
              </a:defRPr>
            </a:lvl1pPr>
          </a:lstStyle>
          <a:p>
            <a:pPr>
              <a:defRPr/>
            </a:pPr>
            <a:fld id="{9A7FCE89-0B48-460C-8337-BEADEA460568}" type="datetime1">
              <a:rPr lang="zh-CN" altLang="en-US" smtClean="0"/>
              <a:pPr>
                <a:defRPr/>
              </a:pPr>
              <a:t>2025/11/9</a:t>
            </a:fld>
            <a:endParaRPr lang="en-US" altLang="zh-CN"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a:xfrm>
            <a:off x="342817" y="0"/>
            <a:ext cx="11563513" cy="1143000"/>
          </a:xfrm>
        </p:spPr>
        <p:txBody>
          <a:bodyPr/>
          <a:lstStyle>
            <a:lvl1pPr algn="l">
              <a:defRPr sz="2800" b="1">
                <a:latin typeface="Trebuchet MS" panose="020B0603020202020204" pitchFamily="34" charset="0"/>
                <a:ea typeface="微软雅黑" pitchFamily="34" charset="-122"/>
              </a:defRPr>
            </a:lvl1pPr>
          </a:lstStyle>
          <a:p>
            <a:r>
              <a:rPr lang="en-US" altLang="zh-CN" smtClean="0"/>
              <a:t>Click to edit Master title style</a:t>
            </a:r>
            <a:endParaRPr lang="zh-CN" altLang="en-US" dirty="0"/>
          </a:p>
        </p:txBody>
      </p:sp>
      <p:sp>
        <p:nvSpPr>
          <p:cNvPr id="3" name="内容占位符 2"/>
          <p:cNvSpPr>
            <a:spLocks noGrp="1"/>
          </p:cNvSpPr>
          <p:nvPr>
            <p:ph idx="1"/>
          </p:nvPr>
        </p:nvSpPr>
        <p:spPr>
          <a:xfrm>
            <a:off x="342817" y="1157288"/>
            <a:ext cx="11563513" cy="5094221"/>
          </a:xfrm>
        </p:spPr>
        <p:txBody>
          <a:bodyPr/>
          <a:lstStyle>
            <a:lvl1pPr>
              <a:defRPr sz="2000" b="0"/>
            </a:lvl1pPr>
            <a:lvl2pPr>
              <a:defRPr sz="1600"/>
            </a:lvl2pPr>
            <a:lvl3pPr>
              <a:defRPr sz="1400"/>
            </a:lvl3pPr>
            <a:lvl4pPr>
              <a:defRPr sz="1200"/>
            </a:lvl4pPr>
            <a:lvl5pPr>
              <a:defRPr sz="1100"/>
            </a:lvl5p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2" name="标题 1"/>
          <p:cNvSpPr>
            <a:spLocks noGrp="1"/>
          </p:cNvSpPr>
          <p:nvPr>
            <p:ph type="title"/>
          </p:nvPr>
        </p:nvSpPr>
        <p:spPr>
          <a:xfrm>
            <a:off x="342817" y="0"/>
            <a:ext cx="11563513" cy="1143000"/>
          </a:xfrm>
        </p:spPr>
        <p:txBody>
          <a:bodyPr/>
          <a:lstStyle>
            <a:lvl1pPr algn="l">
              <a:defRPr sz="2800" b="1">
                <a:latin typeface="Trebuchet MS" panose="020B0603020202020204" pitchFamily="34" charset="0"/>
                <a:ea typeface="微软雅黑" pitchFamily="34" charset="-122"/>
              </a:defRPr>
            </a:lvl1pPr>
          </a:lstStyle>
          <a:p>
            <a:r>
              <a:rPr lang="en-US" altLang="zh-CN" smtClean="0"/>
              <a:t>Click to edit Master title style</a:t>
            </a:r>
            <a:endParaRPr lang="zh-CN" altLang="en-US" dirty="0"/>
          </a:p>
        </p:txBody>
      </p:sp>
      <p:sp>
        <p:nvSpPr>
          <p:cNvPr id="3" name="内容占位符 2"/>
          <p:cNvSpPr>
            <a:spLocks noGrp="1"/>
          </p:cNvSpPr>
          <p:nvPr>
            <p:ph idx="1"/>
          </p:nvPr>
        </p:nvSpPr>
        <p:spPr>
          <a:xfrm>
            <a:off x="342816" y="1157288"/>
            <a:ext cx="5760720" cy="5094221"/>
          </a:xfrm>
        </p:spPr>
        <p:txBody>
          <a:bodyPr/>
          <a:lstStyle>
            <a:lvl1pPr>
              <a:defRPr sz="2000" b="0"/>
            </a:lvl1pPr>
            <a:lvl2pPr>
              <a:defRPr sz="1600"/>
            </a:lvl2pPr>
            <a:lvl3pPr>
              <a:defRPr sz="1400"/>
            </a:lvl3pPr>
            <a:lvl4pPr>
              <a:defRPr sz="1200"/>
            </a:lvl4pPr>
            <a:lvl5pPr>
              <a:defRPr sz="1100"/>
            </a:lvl5p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dirty="0"/>
          </a:p>
        </p:txBody>
      </p:sp>
      <p:sp>
        <p:nvSpPr>
          <p:cNvPr id="4" name="内容占位符 2"/>
          <p:cNvSpPr>
            <a:spLocks noGrp="1"/>
          </p:cNvSpPr>
          <p:nvPr>
            <p:ph idx="10"/>
          </p:nvPr>
        </p:nvSpPr>
        <p:spPr>
          <a:xfrm>
            <a:off x="6145610" y="1157288"/>
            <a:ext cx="5760720" cy="5094221"/>
          </a:xfrm>
        </p:spPr>
        <p:txBody>
          <a:bodyPr/>
          <a:lstStyle>
            <a:lvl1pPr>
              <a:defRPr sz="2000" b="0"/>
            </a:lvl1pPr>
            <a:lvl2pPr>
              <a:defRPr sz="1600"/>
            </a:lvl2pPr>
            <a:lvl3pPr>
              <a:defRPr sz="1400"/>
            </a:lvl3pPr>
            <a:lvl4pPr>
              <a:defRPr sz="1200"/>
            </a:lvl4pPr>
            <a:lvl5pPr>
              <a:defRPr sz="1100"/>
            </a:lvl5p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dirty="0"/>
          </a:p>
        </p:txBody>
      </p:sp>
    </p:spTree>
    <p:extLst>
      <p:ext uri="{BB962C8B-B14F-4D97-AF65-F5344CB8AC3E}">
        <p14:creationId xmlns:p14="http://schemas.microsoft.com/office/powerpoint/2010/main" val="47066037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a:xfrm>
            <a:off x="342817" y="0"/>
            <a:ext cx="11563513" cy="1143000"/>
          </a:xfrm>
        </p:spPr>
        <p:txBody>
          <a:bodyPr/>
          <a:lstStyle>
            <a:lvl1pPr>
              <a:defRPr sz="2800">
                <a:latin typeface="Trebuchet MS" panose="020B0603020202020204" pitchFamily="34" charset="0"/>
                <a:ea typeface="微软雅黑" pitchFamily="34" charset="-122"/>
              </a:defRPr>
            </a:lvl1pPr>
          </a:lstStyle>
          <a:p>
            <a:r>
              <a:rPr lang="en-US" altLang="zh-CN" smtClean="0"/>
              <a:t>Click to edit Master title style</a:t>
            </a:r>
            <a:endParaRPr lang="zh-CN" alt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inal Page">
    <p:spTree>
      <p:nvGrpSpPr>
        <p:cNvPr id="1" name=""/>
        <p:cNvGrpSpPr/>
        <p:nvPr/>
      </p:nvGrpSpPr>
      <p:grpSpPr>
        <a:xfrm>
          <a:off x="0" y="0"/>
          <a:ext cx="0" cy="0"/>
          <a:chOff x="0" y="0"/>
          <a:chExt cx="0" cy="0"/>
        </a:xfrm>
      </p:grpSpPr>
      <p:sp>
        <p:nvSpPr>
          <p:cNvPr id="3" name="Text Box 16"/>
          <p:cNvSpPr txBox="1">
            <a:spLocks noChangeArrowheads="1"/>
          </p:cNvSpPr>
          <p:nvPr userDrawn="1"/>
        </p:nvSpPr>
        <p:spPr bwMode="auto">
          <a:xfrm>
            <a:off x="4593052" y="2616208"/>
            <a:ext cx="3005897" cy="8309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1413" tIns="45706" rIns="91413" bIns="45706">
            <a:spAutoFit/>
          </a:bodyPr>
          <a:lstStyle/>
          <a:p>
            <a:pPr eaLnBrk="0" hangingPunct="0"/>
            <a:r>
              <a:rPr lang="en-US" altLang="zh-CN" sz="4800" dirty="0">
                <a:solidFill>
                  <a:srgbClr val="990000"/>
                </a:solidFill>
                <a:latin typeface="Trebuchet MS" panose="020B0603020202020204" pitchFamily="34" charset="0"/>
                <a:ea typeface="MS PGothic" pitchFamily="34" charset="-128"/>
              </a:rPr>
              <a:t>Thank you</a:t>
            </a:r>
          </a:p>
        </p:txBody>
      </p:sp>
      <p:sp>
        <p:nvSpPr>
          <p:cNvPr id="4" name="Text Box 17"/>
          <p:cNvSpPr txBox="1">
            <a:spLocks noChangeArrowheads="1"/>
          </p:cNvSpPr>
          <p:nvPr userDrawn="1"/>
        </p:nvSpPr>
        <p:spPr bwMode="auto">
          <a:xfrm>
            <a:off x="4582408" y="3409956"/>
            <a:ext cx="3027184" cy="523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1413" tIns="45706" rIns="91413" bIns="45706">
            <a:spAutoFit/>
          </a:bodyPr>
          <a:lstStyle/>
          <a:p>
            <a:pPr eaLnBrk="0" hangingPunct="0"/>
            <a:r>
              <a:rPr lang="en-US" altLang="zh-CN" sz="2800" dirty="0">
                <a:solidFill>
                  <a:srgbClr val="666666"/>
                </a:solidFill>
                <a:latin typeface="Trebuchet MS" panose="020B0603020202020204" pitchFamily="34" charset="0"/>
                <a:ea typeface="MS PGothic" pitchFamily="34" charset="-128"/>
              </a:rPr>
              <a:t>www.huawei.com</a:t>
            </a:r>
            <a:endParaRPr lang="en-US" altLang="zh-CN" sz="2300" dirty="0">
              <a:solidFill>
                <a:srgbClr val="990000"/>
              </a:solidFill>
              <a:latin typeface="Trebuchet MS" panose="020B0603020202020204" pitchFamily="34" charset="0"/>
              <a:ea typeface="MS PGothic" pitchFamily="34" charset="-128"/>
            </a:endParaRPr>
          </a:p>
        </p:txBody>
      </p:sp>
      <p:sp>
        <p:nvSpPr>
          <p:cNvPr id="5" name="TextBox 4"/>
          <p:cNvSpPr txBox="1"/>
          <p:nvPr userDrawn="1"/>
        </p:nvSpPr>
        <p:spPr>
          <a:xfrm>
            <a:off x="804789" y="4329108"/>
            <a:ext cx="10798388" cy="1600410"/>
          </a:xfrm>
          <a:prstGeom prst="rect">
            <a:avLst/>
          </a:prstGeom>
          <a:noFill/>
        </p:spPr>
        <p:txBody>
          <a:bodyPr wrap="square" lIns="91413" tIns="45706" rIns="91413" bIns="45706" rtlCol="0">
            <a:spAutoFit/>
          </a:bodyPr>
          <a:lstStyle/>
          <a:p>
            <a:pPr algn="just"/>
            <a:r>
              <a:rPr lang="en-US" altLang="zh-CN" sz="1400" b="1" dirty="0" smtClean="0">
                <a:solidFill>
                  <a:prstClr val="black"/>
                </a:solidFill>
                <a:latin typeface="Trebuchet MS" panose="020B0603020202020204" pitchFamily="34" charset="0"/>
                <a:ea typeface="华文细黑" pitchFamily="2" charset="-122"/>
              </a:rPr>
              <a:t>Copyright©2021 Huawei Technologies Co., Ltd. All Rights Reserved.</a:t>
            </a:r>
          </a:p>
          <a:p>
            <a:pPr algn="just"/>
            <a:endParaRPr lang="zh-CN" altLang="zh-CN" sz="1400" dirty="0" smtClean="0">
              <a:solidFill>
                <a:prstClr val="black"/>
              </a:solidFill>
              <a:latin typeface="Trebuchet MS" panose="020B0603020202020204" pitchFamily="34" charset="0"/>
              <a:ea typeface="华文细黑" pitchFamily="2" charset="-122"/>
            </a:endParaRPr>
          </a:p>
          <a:p>
            <a:pPr algn="just"/>
            <a:r>
              <a:rPr lang="en-US" altLang="zh-CN" sz="1400" dirty="0" smtClean="0">
                <a:solidFill>
                  <a:prstClr val="black"/>
                </a:solidFill>
                <a:latin typeface="Trebuchet MS" panose="020B0603020202020204" pitchFamily="34" charset="0"/>
                <a:ea typeface="华文细黑" pitchFamily="2" charset="-122"/>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1400" dirty="0">
              <a:solidFill>
                <a:prstClr val="black"/>
              </a:solidFill>
              <a:latin typeface="Trebuchet MS" panose="020B0603020202020204" pitchFamily="34" charset="0"/>
              <a:ea typeface="华文细黑" pitchFamily="2" charset="-122"/>
            </a:endParaRPr>
          </a:p>
        </p:txBody>
      </p:sp>
    </p:spTree>
    <p:extLst>
      <p:ext uri="{BB962C8B-B14F-4D97-AF65-F5344CB8AC3E}">
        <p14:creationId xmlns:p14="http://schemas.microsoft.com/office/powerpoint/2010/main" val="363353265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Final Page">
    <p:spTree>
      <p:nvGrpSpPr>
        <p:cNvPr id="1" name=""/>
        <p:cNvGrpSpPr/>
        <p:nvPr/>
      </p:nvGrpSpPr>
      <p:grpSpPr>
        <a:xfrm>
          <a:off x="0" y="0"/>
          <a:ext cx="0" cy="0"/>
          <a:chOff x="0" y="0"/>
          <a:chExt cx="0" cy="0"/>
        </a:xfrm>
      </p:grpSpPr>
      <p:sp>
        <p:nvSpPr>
          <p:cNvPr id="3" name="Text Box 16"/>
          <p:cNvSpPr txBox="1">
            <a:spLocks noChangeArrowheads="1"/>
          </p:cNvSpPr>
          <p:nvPr userDrawn="1"/>
        </p:nvSpPr>
        <p:spPr bwMode="auto">
          <a:xfrm>
            <a:off x="4593052" y="2616208"/>
            <a:ext cx="3005897" cy="8309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1413" tIns="45706" rIns="91413" bIns="45706">
            <a:spAutoFit/>
          </a:bodyPr>
          <a:lstStyle/>
          <a:p>
            <a:pPr eaLnBrk="0" hangingPunct="0"/>
            <a:r>
              <a:rPr lang="en-US" altLang="zh-CN" sz="4800" dirty="0">
                <a:solidFill>
                  <a:srgbClr val="990000"/>
                </a:solidFill>
                <a:latin typeface="Trebuchet MS" panose="020B0603020202020204" pitchFamily="34" charset="0"/>
                <a:ea typeface="MS PGothic" pitchFamily="34" charset="-128"/>
              </a:rPr>
              <a:t>Thank you</a:t>
            </a:r>
          </a:p>
        </p:txBody>
      </p:sp>
      <p:sp>
        <p:nvSpPr>
          <p:cNvPr id="4" name="Text Box 17"/>
          <p:cNvSpPr txBox="1">
            <a:spLocks noChangeArrowheads="1"/>
          </p:cNvSpPr>
          <p:nvPr userDrawn="1"/>
        </p:nvSpPr>
        <p:spPr bwMode="auto">
          <a:xfrm>
            <a:off x="4582408" y="3409956"/>
            <a:ext cx="3027184" cy="523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1413" tIns="45706" rIns="91413" bIns="45706">
            <a:spAutoFit/>
          </a:bodyPr>
          <a:lstStyle/>
          <a:p>
            <a:pPr eaLnBrk="0" hangingPunct="0"/>
            <a:r>
              <a:rPr lang="en-US" altLang="zh-CN" sz="2800" dirty="0">
                <a:solidFill>
                  <a:srgbClr val="666666"/>
                </a:solidFill>
                <a:latin typeface="Trebuchet MS" panose="020B0603020202020204" pitchFamily="34" charset="0"/>
                <a:ea typeface="MS PGothic" pitchFamily="34" charset="-128"/>
              </a:rPr>
              <a:t>www.huawei.com</a:t>
            </a:r>
            <a:endParaRPr lang="en-US" altLang="zh-CN" sz="2300" dirty="0">
              <a:solidFill>
                <a:srgbClr val="990000"/>
              </a:solidFill>
              <a:latin typeface="Trebuchet MS" panose="020B0603020202020204" pitchFamily="34" charset="0"/>
              <a:ea typeface="MS PGothic" pitchFamily="34" charset="-128"/>
            </a:endParaRPr>
          </a:p>
        </p:txBody>
      </p:sp>
      <p:sp>
        <p:nvSpPr>
          <p:cNvPr id="5" name="TextBox 4"/>
          <p:cNvSpPr txBox="1"/>
          <p:nvPr userDrawn="1"/>
        </p:nvSpPr>
        <p:spPr>
          <a:xfrm>
            <a:off x="804789" y="4329108"/>
            <a:ext cx="10798388" cy="1600410"/>
          </a:xfrm>
          <a:prstGeom prst="rect">
            <a:avLst/>
          </a:prstGeom>
          <a:noFill/>
        </p:spPr>
        <p:txBody>
          <a:bodyPr wrap="square" lIns="91413" tIns="45706" rIns="91413" bIns="45706" rtlCol="0">
            <a:spAutoFit/>
          </a:bodyPr>
          <a:lstStyle/>
          <a:p>
            <a:pPr algn="just"/>
            <a:r>
              <a:rPr lang="en-US" altLang="zh-CN" sz="1400" b="1" dirty="0" smtClean="0">
                <a:solidFill>
                  <a:prstClr val="black"/>
                </a:solidFill>
                <a:latin typeface="Trebuchet MS" panose="020B0603020202020204" pitchFamily="34" charset="0"/>
                <a:ea typeface="华文细黑" pitchFamily="2" charset="-122"/>
              </a:rPr>
              <a:t>Copyright©2021 Huawei Technologies Co., Ltd. All Rights Reserved.</a:t>
            </a:r>
          </a:p>
          <a:p>
            <a:pPr algn="just"/>
            <a:endParaRPr lang="zh-CN" altLang="zh-CN" sz="1400" dirty="0" smtClean="0">
              <a:solidFill>
                <a:prstClr val="black"/>
              </a:solidFill>
              <a:latin typeface="Trebuchet MS" panose="020B0603020202020204" pitchFamily="34" charset="0"/>
              <a:ea typeface="华文细黑" pitchFamily="2" charset="-122"/>
            </a:endParaRPr>
          </a:p>
          <a:p>
            <a:pPr algn="just"/>
            <a:r>
              <a:rPr lang="en-US" altLang="zh-CN" sz="1400" dirty="0" smtClean="0">
                <a:solidFill>
                  <a:prstClr val="black"/>
                </a:solidFill>
                <a:latin typeface="Trebuchet MS" panose="020B0603020202020204" pitchFamily="34" charset="0"/>
                <a:ea typeface="华文细黑" pitchFamily="2" charset="-122"/>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1400" dirty="0">
              <a:solidFill>
                <a:prstClr val="black"/>
              </a:solidFill>
              <a:latin typeface="Trebuchet MS" panose="020B0603020202020204" pitchFamily="34" charset="0"/>
              <a:ea typeface="华文细黑" pitchFamily="2" charset="-122"/>
            </a:endParaRPr>
          </a:p>
        </p:txBody>
      </p:sp>
    </p:spTree>
    <p:extLst>
      <p:ext uri="{BB962C8B-B14F-4D97-AF65-F5344CB8AC3E}">
        <p14:creationId xmlns:p14="http://schemas.microsoft.com/office/powerpoint/2010/main" val="226938623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Final Page">
    <p:spTree>
      <p:nvGrpSpPr>
        <p:cNvPr id="1" name=""/>
        <p:cNvGrpSpPr/>
        <p:nvPr/>
      </p:nvGrpSpPr>
      <p:grpSpPr>
        <a:xfrm>
          <a:off x="0" y="0"/>
          <a:ext cx="0" cy="0"/>
          <a:chOff x="0" y="0"/>
          <a:chExt cx="0" cy="0"/>
        </a:xfrm>
      </p:grpSpPr>
      <p:sp>
        <p:nvSpPr>
          <p:cNvPr id="3" name="Text Box 16"/>
          <p:cNvSpPr txBox="1">
            <a:spLocks noChangeArrowheads="1"/>
          </p:cNvSpPr>
          <p:nvPr userDrawn="1"/>
        </p:nvSpPr>
        <p:spPr bwMode="auto">
          <a:xfrm>
            <a:off x="4593052" y="2616208"/>
            <a:ext cx="3005897" cy="8309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1413" tIns="45706" rIns="91413" bIns="45706">
            <a:spAutoFit/>
          </a:bodyPr>
          <a:lstStyle/>
          <a:p>
            <a:pPr eaLnBrk="0" hangingPunct="0"/>
            <a:r>
              <a:rPr lang="en-US" altLang="zh-CN" sz="4800" dirty="0">
                <a:solidFill>
                  <a:srgbClr val="990000"/>
                </a:solidFill>
                <a:latin typeface="Trebuchet MS" panose="020B0603020202020204" pitchFamily="34" charset="0"/>
                <a:ea typeface="MS PGothic" pitchFamily="34" charset="-128"/>
              </a:rPr>
              <a:t>Thank you</a:t>
            </a:r>
          </a:p>
        </p:txBody>
      </p:sp>
      <p:sp>
        <p:nvSpPr>
          <p:cNvPr id="4" name="Text Box 17"/>
          <p:cNvSpPr txBox="1">
            <a:spLocks noChangeArrowheads="1"/>
          </p:cNvSpPr>
          <p:nvPr userDrawn="1"/>
        </p:nvSpPr>
        <p:spPr bwMode="auto">
          <a:xfrm>
            <a:off x="4582408" y="3409956"/>
            <a:ext cx="3027184" cy="523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1413" tIns="45706" rIns="91413" bIns="45706">
            <a:spAutoFit/>
          </a:bodyPr>
          <a:lstStyle/>
          <a:p>
            <a:pPr eaLnBrk="0" hangingPunct="0"/>
            <a:r>
              <a:rPr lang="en-US" altLang="zh-CN" sz="2800" dirty="0">
                <a:solidFill>
                  <a:srgbClr val="666666"/>
                </a:solidFill>
                <a:latin typeface="Trebuchet MS" panose="020B0603020202020204" pitchFamily="34" charset="0"/>
                <a:ea typeface="MS PGothic" pitchFamily="34" charset="-128"/>
              </a:rPr>
              <a:t>www.huawei.com</a:t>
            </a:r>
            <a:endParaRPr lang="en-US" altLang="zh-CN" sz="2300" dirty="0">
              <a:solidFill>
                <a:srgbClr val="990000"/>
              </a:solidFill>
              <a:latin typeface="Trebuchet MS" panose="020B0603020202020204" pitchFamily="34" charset="0"/>
              <a:ea typeface="MS PGothic" pitchFamily="34" charset="-128"/>
            </a:endParaRPr>
          </a:p>
        </p:txBody>
      </p:sp>
      <p:sp>
        <p:nvSpPr>
          <p:cNvPr id="5" name="TextBox 4"/>
          <p:cNvSpPr txBox="1"/>
          <p:nvPr userDrawn="1"/>
        </p:nvSpPr>
        <p:spPr>
          <a:xfrm>
            <a:off x="804789" y="4329108"/>
            <a:ext cx="10798388" cy="1600410"/>
          </a:xfrm>
          <a:prstGeom prst="rect">
            <a:avLst/>
          </a:prstGeom>
          <a:noFill/>
        </p:spPr>
        <p:txBody>
          <a:bodyPr wrap="square" lIns="91413" tIns="45706" rIns="91413" bIns="45706" rtlCol="0">
            <a:spAutoFit/>
          </a:bodyPr>
          <a:lstStyle/>
          <a:p>
            <a:pPr algn="just"/>
            <a:r>
              <a:rPr lang="en-US" altLang="zh-CN" sz="1400" b="1" dirty="0" smtClean="0">
                <a:solidFill>
                  <a:prstClr val="black"/>
                </a:solidFill>
                <a:latin typeface="Trebuchet MS" panose="020B0603020202020204" pitchFamily="34" charset="0"/>
                <a:ea typeface="华文细黑" pitchFamily="2" charset="-122"/>
              </a:rPr>
              <a:t>Copyright©2021 Huawei Technologies Co., Ltd. All Rights Reserved.</a:t>
            </a:r>
          </a:p>
          <a:p>
            <a:pPr algn="just"/>
            <a:endParaRPr lang="zh-CN" altLang="zh-CN" sz="1400" dirty="0" smtClean="0">
              <a:solidFill>
                <a:prstClr val="black"/>
              </a:solidFill>
              <a:latin typeface="Trebuchet MS" panose="020B0603020202020204" pitchFamily="34" charset="0"/>
              <a:ea typeface="华文细黑" pitchFamily="2" charset="-122"/>
            </a:endParaRPr>
          </a:p>
          <a:p>
            <a:pPr algn="just"/>
            <a:r>
              <a:rPr lang="en-US" altLang="zh-CN" sz="1400" dirty="0" smtClean="0">
                <a:solidFill>
                  <a:prstClr val="black"/>
                </a:solidFill>
                <a:latin typeface="Trebuchet MS" panose="020B0603020202020204" pitchFamily="34" charset="0"/>
                <a:ea typeface="华文细黑" pitchFamily="2" charset="-122"/>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1400" dirty="0">
              <a:solidFill>
                <a:prstClr val="black"/>
              </a:solidFill>
              <a:latin typeface="Trebuchet MS" panose="020B0603020202020204" pitchFamily="34" charset="0"/>
              <a:ea typeface="华文细黑" pitchFamily="2" charset="-122"/>
            </a:endParaRPr>
          </a:p>
        </p:txBody>
      </p:sp>
    </p:spTree>
    <p:extLst>
      <p:ext uri="{BB962C8B-B14F-4D97-AF65-F5344CB8AC3E}">
        <p14:creationId xmlns:p14="http://schemas.microsoft.com/office/powerpoint/2010/main" val="269604283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2" descr="长条"/>
          <p:cNvPicPr>
            <a:picLocks noChangeAspect="1" noChangeArrowheads="1"/>
          </p:cNvPicPr>
          <p:nvPr/>
        </p:nvPicPr>
        <p:blipFill>
          <a:blip r:embed="rId9" cstate="email">
            <a:lum contrast="6000"/>
          </a:blip>
          <a:srcRect/>
          <a:stretch>
            <a:fillRect/>
          </a:stretch>
        </p:blipFill>
        <p:spPr bwMode="auto">
          <a:xfrm>
            <a:off x="3" y="6237294"/>
            <a:ext cx="12192000" cy="619125"/>
          </a:xfrm>
          <a:prstGeom prst="rect">
            <a:avLst/>
          </a:prstGeom>
          <a:noFill/>
          <a:ln w="9525">
            <a:noFill/>
            <a:miter lim="800000"/>
            <a:headEnd/>
            <a:tailEnd/>
          </a:ln>
        </p:spPr>
      </p:pic>
      <p:sp>
        <p:nvSpPr>
          <p:cNvPr id="663604" name="Text Box 52"/>
          <p:cNvSpPr txBox="1">
            <a:spLocks noChangeArrowheads="1"/>
          </p:cNvSpPr>
          <p:nvPr/>
        </p:nvSpPr>
        <p:spPr bwMode="auto">
          <a:xfrm>
            <a:off x="841161" y="6456371"/>
            <a:ext cx="2602663" cy="263739"/>
          </a:xfrm>
          <a:prstGeom prst="rect">
            <a:avLst/>
          </a:prstGeom>
          <a:noFill/>
          <a:ln w="9525">
            <a:noFill/>
            <a:miter lim="800000"/>
            <a:headEnd/>
            <a:tailEnd/>
          </a:ln>
        </p:spPr>
        <p:txBody>
          <a:bodyPr wrap="none" lIns="78309" tIns="39154" rIns="78309" bIns="39154">
            <a:spAutoFit/>
          </a:bodyPr>
          <a:lstStyle/>
          <a:p>
            <a:pPr defTabSz="783715" eaLnBrk="0" hangingPunct="0">
              <a:defRPr/>
            </a:pPr>
            <a:r>
              <a:rPr lang="en-US" altLang="zh-CN" sz="1200" b="1" dirty="0">
                <a:solidFill>
                  <a:srgbClr val="080808"/>
                </a:solidFill>
                <a:latin typeface="Trebuchet MS" panose="020B0603020202020204" pitchFamily="34" charset="0"/>
                <a:ea typeface="ＭＳ Ｐゴシック" pitchFamily="34" charset="-128"/>
              </a:rPr>
              <a:t>HUAWEI TECHNOLOGIES CO., LTD.</a:t>
            </a:r>
          </a:p>
        </p:txBody>
      </p:sp>
      <p:sp>
        <p:nvSpPr>
          <p:cNvPr id="663605" name="Rectangle 53"/>
          <p:cNvSpPr>
            <a:spLocks noChangeArrowheads="1"/>
          </p:cNvSpPr>
          <p:nvPr/>
        </p:nvSpPr>
        <p:spPr bwMode="auto">
          <a:xfrm>
            <a:off x="7908456" y="6394455"/>
            <a:ext cx="1409333" cy="325656"/>
          </a:xfrm>
          <a:prstGeom prst="rect">
            <a:avLst/>
          </a:prstGeom>
          <a:noFill/>
          <a:ln w="9525">
            <a:noFill/>
            <a:miter lim="800000"/>
            <a:headEnd/>
            <a:tailEnd/>
          </a:ln>
          <a:effectLst/>
        </p:spPr>
        <p:txBody>
          <a:bodyPr lIns="0" tIns="0" rIns="0" bIns="0"/>
          <a:lstStyle/>
          <a:p>
            <a:pPr defTabSz="783715" eaLnBrk="0" hangingPunct="0">
              <a:lnSpc>
                <a:spcPct val="85000"/>
              </a:lnSpc>
              <a:defRPr/>
            </a:pPr>
            <a:endParaRPr lang="de-DE" sz="900" dirty="0">
              <a:solidFill>
                <a:srgbClr val="080808"/>
              </a:solidFill>
              <a:latin typeface="Trebuchet MS" panose="020B0603020202020204" pitchFamily="34" charset="0"/>
              <a:ea typeface="ＭＳ Ｐゴシック" pitchFamily="34" charset="-128"/>
            </a:endParaRPr>
          </a:p>
          <a:p>
            <a:pPr defTabSz="783715" eaLnBrk="0" hangingPunct="0">
              <a:lnSpc>
                <a:spcPct val="85000"/>
              </a:lnSpc>
              <a:defRPr/>
            </a:pPr>
            <a:r>
              <a:rPr lang="de-DE" sz="900" dirty="0">
                <a:solidFill>
                  <a:srgbClr val="080808"/>
                </a:solidFill>
                <a:latin typeface="Trebuchet MS" panose="020B0603020202020204" pitchFamily="34" charset="0"/>
                <a:ea typeface="ＭＳ Ｐゴシック" pitchFamily="34" charset="-128"/>
              </a:rPr>
              <a:t>Page </a:t>
            </a:r>
            <a:fld id="{CA825B19-71A3-4AA3-8627-BD8F0BBECF7A}" type="slidenum">
              <a:rPr lang="de-DE" sz="900">
                <a:solidFill>
                  <a:srgbClr val="080808"/>
                </a:solidFill>
                <a:latin typeface="Trebuchet MS" panose="020B0603020202020204" pitchFamily="34" charset="0"/>
                <a:ea typeface="ＭＳ Ｐゴシック" pitchFamily="34" charset="-128"/>
              </a:rPr>
              <a:pPr defTabSz="783715" eaLnBrk="0" hangingPunct="0">
                <a:lnSpc>
                  <a:spcPct val="85000"/>
                </a:lnSpc>
                <a:defRPr/>
              </a:pPr>
              <a:t>‹#›</a:t>
            </a:fld>
            <a:endParaRPr lang="en-GB" sz="900" dirty="0">
              <a:solidFill>
                <a:srgbClr val="080808"/>
              </a:solidFill>
              <a:latin typeface="Trebuchet MS" panose="020B0603020202020204" pitchFamily="34" charset="0"/>
              <a:ea typeface="ＭＳ Ｐゴシック" pitchFamily="34" charset="-128"/>
            </a:endParaRPr>
          </a:p>
        </p:txBody>
      </p:sp>
      <p:pic>
        <p:nvPicPr>
          <p:cNvPr id="3090" name="Picture 54" descr="图片3副本"/>
          <p:cNvPicPr>
            <a:picLocks noChangeAspect="1" noChangeArrowheads="1"/>
          </p:cNvPicPr>
          <p:nvPr/>
        </p:nvPicPr>
        <p:blipFill>
          <a:blip r:embed="rId10" cstate="email"/>
          <a:srcRect/>
          <a:stretch>
            <a:fillRect/>
          </a:stretch>
        </p:blipFill>
        <p:spPr bwMode="auto">
          <a:xfrm>
            <a:off x="10179579" y="6384932"/>
            <a:ext cx="1295063" cy="307975"/>
          </a:xfrm>
          <a:prstGeom prst="rect">
            <a:avLst/>
          </a:prstGeom>
          <a:noFill/>
          <a:ln w="9525">
            <a:noFill/>
            <a:miter lim="800000"/>
            <a:headEnd/>
            <a:tailEnd/>
          </a:ln>
        </p:spPr>
      </p:pic>
      <p:sp>
        <p:nvSpPr>
          <p:cNvPr id="3091" name="Rectangle 55"/>
          <p:cNvSpPr>
            <a:spLocks noGrp="1" noChangeArrowheads="1"/>
          </p:cNvSpPr>
          <p:nvPr>
            <p:ph type="title"/>
          </p:nvPr>
        </p:nvSpPr>
        <p:spPr bwMode="auto">
          <a:xfrm>
            <a:off x="809420" y="0"/>
            <a:ext cx="10782665" cy="1143000"/>
          </a:xfrm>
          <a:prstGeom prst="rect">
            <a:avLst/>
          </a:prstGeom>
          <a:noFill/>
          <a:ln w="9525">
            <a:noFill/>
            <a:miter lim="800000"/>
            <a:headEnd/>
            <a:tailEnd/>
          </a:ln>
        </p:spPr>
        <p:txBody>
          <a:bodyPr vert="horz" wrap="square" lIns="91380" tIns="45690" rIns="91380" bIns="45690" numCol="1" anchor="ctr" anchorCtr="0" compatLnSpc="1">
            <a:prstTxWarp prst="textNoShape">
              <a:avLst/>
            </a:prstTxWarp>
          </a:bodyPr>
          <a:lstStyle/>
          <a:p>
            <a:pPr lvl="0"/>
            <a:r>
              <a:rPr lang="zh-CN" altLang="en-US" dirty="0" smtClean="0"/>
              <a:t>单击此处编辑母版标题样式</a:t>
            </a:r>
          </a:p>
        </p:txBody>
      </p:sp>
      <p:sp>
        <p:nvSpPr>
          <p:cNvPr id="3092" name="Rectangle 56"/>
          <p:cNvSpPr>
            <a:spLocks noGrp="1" noChangeArrowheads="1"/>
          </p:cNvSpPr>
          <p:nvPr>
            <p:ph type="body" idx="1"/>
          </p:nvPr>
        </p:nvSpPr>
        <p:spPr bwMode="auto">
          <a:xfrm>
            <a:off x="809420" y="1600204"/>
            <a:ext cx="10782665" cy="4524375"/>
          </a:xfrm>
          <a:prstGeom prst="rect">
            <a:avLst/>
          </a:prstGeom>
          <a:noFill/>
          <a:ln w="9525">
            <a:noFill/>
            <a:miter lim="800000"/>
            <a:headEnd/>
            <a:tailEnd/>
          </a:ln>
        </p:spPr>
        <p:txBody>
          <a:bodyPr vert="horz" wrap="square" lIns="91380" tIns="45690" rIns="91380" bIns="4569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Tree>
  </p:cSld>
  <p:clrMap bg1="lt1" tx1="dk1" bg2="lt2" tx2="dk2" accent1="accent1" accent2="accent2" accent3="accent3" accent4="accent4" accent5="accent5" accent6="accent6" hlink="hlink" folHlink="folHlink"/>
  <p:sldLayoutIdLst>
    <p:sldLayoutId id="2147484170" r:id="rId1"/>
    <p:sldLayoutId id="2147484171" r:id="rId2"/>
    <p:sldLayoutId id="2147484194" r:id="rId3"/>
    <p:sldLayoutId id="2147484172" r:id="rId4"/>
    <p:sldLayoutId id="2147484193" r:id="rId5"/>
    <p:sldLayoutId id="2147484207" r:id="rId6"/>
    <p:sldLayoutId id="2147484220" r:id="rId7"/>
  </p:sldLayoutIdLst>
  <p:timing>
    <p:tnLst>
      <p:par>
        <p:cTn id="1" dur="indefinite" restart="never" nodeType="tmRoot"/>
      </p:par>
    </p:tnLst>
  </p:timing>
  <p:txStyles>
    <p:titleStyle>
      <a:lvl1pPr algn="l" defTabSz="875877" rtl="0" eaLnBrk="1" fontAlgn="base" hangingPunct="1">
        <a:spcBef>
          <a:spcPct val="0"/>
        </a:spcBef>
        <a:spcAft>
          <a:spcPct val="0"/>
        </a:spcAft>
        <a:defRPr sz="3300" b="1" baseline="0">
          <a:solidFill>
            <a:srgbClr val="990000"/>
          </a:solidFill>
          <a:latin typeface="Trebuchet MS" panose="020B0603020202020204" pitchFamily="34" charset="0"/>
          <a:ea typeface="微软雅黑" pitchFamily="34" charset="-122"/>
          <a:cs typeface="+mj-cs"/>
        </a:defRPr>
      </a:lvl1pPr>
      <a:lvl2pPr algn="l" defTabSz="875877" rtl="0" eaLnBrk="1" fontAlgn="base" hangingPunct="1">
        <a:spcBef>
          <a:spcPct val="0"/>
        </a:spcBef>
        <a:spcAft>
          <a:spcPct val="0"/>
        </a:spcAft>
        <a:defRPr sz="3300">
          <a:solidFill>
            <a:srgbClr val="990000"/>
          </a:solidFill>
          <a:latin typeface="FrutigerNext LT Medium" pitchFamily="34" charset="0"/>
          <a:ea typeface="黑体" pitchFamily="2" charset="-122"/>
        </a:defRPr>
      </a:lvl2pPr>
      <a:lvl3pPr algn="l" defTabSz="875877" rtl="0" eaLnBrk="1" fontAlgn="base" hangingPunct="1">
        <a:spcBef>
          <a:spcPct val="0"/>
        </a:spcBef>
        <a:spcAft>
          <a:spcPct val="0"/>
        </a:spcAft>
        <a:defRPr sz="3300">
          <a:solidFill>
            <a:srgbClr val="990000"/>
          </a:solidFill>
          <a:latin typeface="FrutigerNext LT Medium" pitchFamily="34" charset="0"/>
          <a:ea typeface="黑体" pitchFamily="2" charset="-122"/>
        </a:defRPr>
      </a:lvl3pPr>
      <a:lvl4pPr algn="l" defTabSz="875877" rtl="0" eaLnBrk="1" fontAlgn="base" hangingPunct="1">
        <a:spcBef>
          <a:spcPct val="0"/>
        </a:spcBef>
        <a:spcAft>
          <a:spcPct val="0"/>
        </a:spcAft>
        <a:defRPr sz="3300">
          <a:solidFill>
            <a:srgbClr val="990000"/>
          </a:solidFill>
          <a:latin typeface="FrutigerNext LT Medium" pitchFamily="34" charset="0"/>
          <a:ea typeface="黑体" pitchFamily="2" charset="-122"/>
        </a:defRPr>
      </a:lvl4pPr>
      <a:lvl5pPr algn="l" defTabSz="875877" rtl="0" eaLnBrk="1" fontAlgn="base" hangingPunct="1">
        <a:spcBef>
          <a:spcPct val="0"/>
        </a:spcBef>
        <a:spcAft>
          <a:spcPct val="0"/>
        </a:spcAft>
        <a:defRPr sz="3300">
          <a:solidFill>
            <a:srgbClr val="990000"/>
          </a:solidFill>
          <a:latin typeface="FrutigerNext LT Medium" pitchFamily="34" charset="0"/>
          <a:ea typeface="黑体" pitchFamily="2" charset="-122"/>
        </a:defRPr>
      </a:lvl5pPr>
      <a:lvl6pPr marL="456903" algn="l" defTabSz="877315" rtl="0" eaLnBrk="1" fontAlgn="base" hangingPunct="1">
        <a:spcBef>
          <a:spcPct val="0"/>
        </a:spcBef>
        <a:spcAft>
          <a:spcPct val="0"/>
        </a:spcAft>
        <a:defRPr sz="3500">
          <a:solidFill>
            <a:srgbClr val="990000"/>
          </a:solidFill>
          <a:latin typeface="FrutigerNext LT Medium" pitchFamily="34" charset="0"/>
          <a:ea typeface="黑体" pitchFamily="2" charset="-122"/>
        </a:defRPr>
      </a:lvl6pPr>
      <a:lvl7pPr marL="913805" algn="l" defTabSz="877315" rtl="0" eaLnBrk="1" fontAlgn="base" hangingPunct="1">
        <a:spcBef>
          <a:spcPct val="0"/>
        </a:spcBef>
        <a:spcAft>
          <a:spcPct val="0"/>
        </a:spcAft>
        <a:defRPr sz="3500">
          <a:solidFill>
            <a:srgbClr val="990000"/>
          </a:solidFill>
          <a:latin typeface="FrutigerNext LT Medium" pitchFamily="34" charset="0"/>
          <a:ea typeface="黑体" pitchFamily="2" charset="-122"/>
        </a:defRPr>
      </a:lvl7pPr>
      <a:lvl8pPr marL="1370706" algn="l" defTabSz="877315" rtl="0" eaLnBrk="1" fontAlgn="base" hangingPunct="1">
        <a:spcBef>
          <a:spcPct val="0"/>
        </a:spcBef>
        <a:spcAft>
          <a:spcPct val="0"/>
        </a:spcAft>
        <a:defRPr sz="3500">
          <a:solidFill>
            <a:srgbClr val="990000"/>
          </a:solidFill>
          <a:latin typeface="FrutigerNext LT Medium" pitchFamily="34" charset="0"/>
          <a:ea typeface="黑体" pitchFamily="2" charset="-122"/>
        </a:defRPr>
      </a:lvl8pPr>
      <a:lvl9pPr marL="1827608" algn="l" defTabSz="877315" rtl="0" eaLnBrk="1" fontAlgn="base" hangingPunct="1">
        <a:spcBef>
          <a:spcPct val="0"/>
        </a:spcBef>
        <a:spcAft>
          <a:spcPct val="0"/>
        </a:spcAft>
        <a:defRPr sz="3500">
          <a:solidFill>
            <a:srgbClr val="990000"/>
          </a:solidFill>
          <a:latin typeface="FrutigerNext LT Medium" pitchFamily="34" charset="0"/>
          <a:ea typeface="黑体" pitchFamily="2" charset="-122"/>
        </a:defRPr>
      </a:lvl9pPr>
    </p:titleStyle>
    <p:bodyStyle>
      <a:lvl1pPr marL="326866" indent="-326866" algn="l" defTabSz="875877" rtl="0" eaLnBrk="1" fontAlgn="base" hangingPunct="1">
        <a:lnSpc>
          <a:spcPct val="140000"/>
        </a:lnSpc>
        <a:spcBef>
          <a:spcPct val="0"/>
        </a:spcBef>
        <a:spcAft>
          <a:spcPct val="0"/>
        </a:spcAft>
        <a:buClr>
          <a:schemeClr val="tx2"/>
        </a:buClr>
        <a:buFont typeface="Wingdings" pitchFamily="2" charset="2"/>
        <a:buChar char="n"/>
        <a:defRPr sz="2100" b="1" baseline="0">
          <a:solidFill>
            <a:srgbClr val="080808"/>
          </a:solidFill>
          <a:latin typeface="Trebuchet MS" panose="020B0603020202020204" pitchFamily="34" charset="0"/>
          <a:ea typeface="微软雅黑" pitchFamily="34" charset="-122"/>
          <a:cs typeface="+mn-cs"/>
        </a:defRPr>
      </a:lvl1pPr>
      <a:lvl2pPr marL="712444" indent="-272919" algn="l" defTabSz="875877" rtl="0" eaLnBrk="1" fontAlgn="base" hangingPunct="1">
        <a:lnSpc>
          <a:spcPct val="140000"/>
        </a:lnSpc>
        <a:spcBef>
          <a:spcPct val="0"/>
        </a:spcBef>
        <a:spcAft>
          <a:spcPct val="0"/>
        </a:spcAft>
        <a:buClr>
          <a:schemeClr val="tx1"/>
        </a:buClr>
        <a:buFont typeface="FrutigerNext LT Regular" pitchFamily="34" charset="0"/>
        <a:buChar char="›"/>
        <a:defRPr sz="1700" baseline="0">
          <a:solidFill>
            <a:schemeClr val="tx1"/>
          </a:solidFill>
          <a:latin typeface="Trebuchet MS" panose="020B0603020202020204" pitchFamily="34" charset="0"/>
          <a:ea typeface="微软雅黑" pitchFamily="34" charset="-122"/>
        </a:defRPr>
      </a:lvl2pPr>
      <a:lvl3pPr marL="1096435" indent="-218968" algn="l" defTabSz="875877" rtl="0" eaLnBrk="1" fontAlgn="base" hangingPunct="1">
        <a:lnSpc>
          <a:spcPct val="140000"/>
        </a:lnSpc>
        <a:spcBef>
          <a:spcPct val="0"/>
        </a:spcBef>
        <a:spcAft>
          <a:spcPct val="0"/>
        </a:spcAft>
        <a:buFont typeface="FrutigerNext LT Light" pitchFamily="34" charset="0"/>
        <a:buChar char="»"/>
        <a:defRPr sz="1700" baseline="0">
          <a:solidFill>
            <a:schemeClr val="tx1"/>
          </a:solidFill>
          <a:latin typeface="Trebuchet MS" panose="020B0603020202020204" pitchFamily="34" charset="0"/>
          <a:ea typeface="微软雅黑" pitchFamily="34" charset="-122"/>
        </a:defRPr>
      </a:lvl3pPr>
      <a:lvl4pPr marL="1534372" indent="-218968" algn="l" defTabSz="875877" rtl="0" eaLnBrk="1" fontAlgn="base" hangingPunct="1">
        <a:lnSpc>
          <a:spcPct val="140000"/>
        </a:lnSpc>
        <a:spcBef>
          <a:spcPct val="0"/>
        </a:spcBef>
        <a:spcAft>
          <a:spcPct val="0"/>
        </a:spcAft>
        <a:buChar char="–"/>
        <a:defRPr sz="1500" baseline="0">
          <a:solidFill>
            <a:srgbClr val="080808"/>
          </a:solidFill>
          <a:latin typeface="Trebuchet MS" panose="020B0603020202020204" pitchFamily="34" charset="0"/>
          <a:ea typeface="微软雅黑" pitchFamily="34" charset="-122"/>
        </a:defRPr>
      </a:lvl4pPr>
      <a:lvl5pPr marL="1973896" indent="-218968" algn="l" defTabSz="875877" rtl="0" eaLnBrk="1" fontAlgn="base" hangingPunct="1">
        <a:lnSpc>
          <a:spcPct val="140000"/>
        </a:lnSpc>
        <a:spcBef>
          <a:spcPct val="0"/>
        </a:spcBef>
        <a:spcAft>
          <a:spcPct val="0"/>
        </a:spcAft>
        <a:buFont typeface="FrutigerNext LT Medium" pitchFamily="34" charset="0"/>
        <a:buChar char="~"/>
        <a:defRPr sz="1300" baseline="0">
          <a:solidFill>
            <a:srgbClr val="080808"/>
          </a:solidFill>
          <a:latin typeface="Trebuchet MS" panose="020B0603020202020204" pitchFamily="34" charset="0"/>
          <a:ea typeface="微软雅黑" pitchFamily="34" charset="-122"/>
        </a:defRPr>
      </a:lvl5pPr>
      <a:lvl6pPr marL="2432050" indent="-220518" algn="l" defTabSz="877315" rtl="0" eaLnBrk="1" fontAlgn="base" hangingPunct="1">
        <a:lnSpc>
          <a:spcPct val="140000"/>
        </a:lnSpc>
        <a:spcBef>
          <a:spcPct val="0"/>
        </a:spcBef>
        <a:spcAft>
          <a:spcPct val="0"/>
        </a:spcAft>
        <a:buFont typeface="FrutigerNext LT Medium" pitchFamily="34" charset="0"/>
        <a:buChar char="~"/>
        <a:defRPr sz="1300">
          <a:solidFill>
            <a:srgbClr val="080808"/>
          </a:solidFill>
          <a:latin typeface="+mj-lt"/>
          <a:ea typeface="+mn-ea"/>
        </a:defRPr>
      </a:lvl6pPr>
      <a:lvl7pPr marL="2888953" indent="-220518" algn="l" defTabSz="877315" rtl="0" eaLnBrk="1" fontAlgn="base" hangingPunct="1">
        <a:lnSpc>
          <a:spcPct val="140000"/>
        </a:lnSpc>
        <a:spcBef>
          <a:spcPct val="0"/>
        </a:spcBef>
        <a:spcAft>
          <a:spcPct val="0"/>
        </a:spcAft>
        <a:buFont typeface="FrutigerNext LT Medium" pitchFamily="34" charset="0"/>
        <a:buChar char="~"/>
        <a:defRPr sz="1300">
          <a:solidFill>
            <a:srgbClr val="080808"/>
          </a:solidFill>
          <a:latin typeface="+mj-lt"/>
          <a:ea typeface="+mn-ea"/>
        </a:defRPr>
      </a:lvl7pPr>
      <a:lvl8pPr marL="3345855" indent="-220518" algn="l" defTabSz="877315" rtl="0" eaLnBrk="1" fontAlgn="base" hangingPunct="1">
        <a:lnSpc>
          <a:spcPct val="140000"/>
        </a:lnSpc>
        <a:spcBef>
          <a:spcPct val="0"/>
        </a:spcBef>
        <a:spcAft>
          <a:spcPct val="0"/>
        </a:spcAft>
        <a:buFont typeface="FrutigerNext LT Medium" pitchFamily="34" charset="0"/>
        <a:buChar char="~"/>
        <a:defRPr sz="1300">
          <a:solidFill>
            <a:srgbClr val="080808"/>
          </a:solidFill>
          <a:latin typeface="+mj-lt"/>
          <a:ea typeface="+mn-ea"/>
        </a:defRPr>
      </a:lvl8pPr>
      <a:lvl9pPr marL="3802756" indent="-220518" algn="l" defTabSz="877315" rtl="0" eaLnBrk="1" fontAlgn="base" hangingPunct="1">
        <a:lnSpc>
          <a:spcPct val="140000"/>
        </a:lnSpc>
        <a:spcBef>
          <a:spcPct val="0"/>
        </a:spcBef>
        <a:spcAft>
          <a:spcPct val="0"/>
        </a:spcAft>
        <a:buFont typeface="FrutigerNext LT Medium" pitchFamily="34" charset="0"/>
        <a:buChar char="~"/>
        <a:defRPr sz="1300">
          <a:solidFill>
            <a:srgbClr val="080808"/>
          </a:solidFill>
          <a:latin typeface="+mj-lt"/>
          <a:ea typeface="+mn-ea"/>
        </a:defRPr>
      </a:lvl9pPr>
    </p:bodyStyle>
    <p:otherStyle>
      <a:defPPr>
        <a:defRPr lang="zh-CN"/>
      </a:defPPr>
      <a:lvl1pPr marL="0" algn="l" defTabSz="913805" rtl="0" eaLnBrk="1" latinLnBrk="0" hangingPunct="1">
        <a:defRPr sz="1700" kern="1200">
          <a:solidFill>
            <a:schemeClr val="tx1"/>
          </a:solidFill>
          <a:latin typeface="+mn-lt"/>
          <a:ea typeface="+mn-ea"/>
          <a:cs typeface="+mn-cs"/>
        </a:defRPr>
      </a:lvl1pPr>
      <a:lvl2pPr marL="456903" algn="l" defTabSz="913805" rtl="0" eaLnBrk="1" latinLnBrk="0" hangingPunct="1">
        <a:defRPr sz="1700" kern="1200">
          <a:solidFill>
            <a:schemeClr val="tx1"/>
          </a:solidFill>
          <a:latin typeface="+mn-lt"/>
          <a:ea typeface="+mn-ea"/>
          <a:cs typeface="+mn-cs"/>
        </a:defRPr>
      </a:lvl2pPr>
      <a:lvl3pPr marL="913805" algn="l" defTabSz="913805" rtl="0" eaLnBrk="1" latinLnBrk="0" hangingPunct="1">
        <a:defRPr sz="1700" kern="1200">
          <a:solidFill>
            <a:schemeClr val="tx1"/>
          </a:solidFill>
          <a:latin typeface="+mn-lt"/>
          <a:ea typeface="+mn-ea"/>
          <a:cs typeface="+mn-cs"/>
        </a:defRPr>
      </a:lvl3pPr>
      <a:lvl4pPr marL="1370706" algn="l" defTabSz="913805" rtl="0" eaLnBrk="1" latinLnBrk="0" hangingPunct="1">
        <a:defRPr sz="1700" kern="1200">
          <a:solidFill>
            <a:schemeClr val="tx1"/>
          </a:solidFill>
          <a:latin typeface="+mn-lt"/>
          <a:ea typeface="+mn-ea"/>
          <a:cs typeface="+mn-cs"/>
        </a:defRPr>
      </a:lvl4pPr>
      <a:lvl5pPr marL="1827608" algn="l" defTabSz="913805" rtl="0" eaLnBrk="1" latinLnBrk="0" hangingPunct="1">
        <a:defRPr sz="1700" kern="1200">
          <a:solidFill>
            <a:schemeClr val="tx1"/>
          </a:solidFill>
          <a:latin typeface="+mn-lt"/>
          <a:ea typeface="+mn-ea"/>
          <a:cs typeface="+mn-cs"/>
        </a:defRPr>
      </a:lvl5pPr>
      <a:lvl6pPr marL="2284510" algn="l" defTabSz="913805" rtl="0" eaLnBrk="1" latinLnBrk="0" hangingPunct="1">
        <a:defRPr sz="1700" kern="1200">
          <a:solidFill>
            <a:schemeClr val="tx1"/>
          </a:solidFill>
          <a:latin typeface="+mn-lt"/>
          <a:ea typeface="+mn-ea"/>
          <a:cs typeface="+mn-cs"/>
        </a:defRPr>
      </a:lvl6pPr>
      <a:lvl7pPr marL="2741410" algn="l" defTabSz="913805" rtl="0" eaLnBrk="1" latinLnBrk="0" hangingPunct="1">
        <a:defRPr sz="1700" kern="1200">
          <a:solidFill>
            <a:schemeClr val="tx1"/>
          </a:solidFill>
          <a:latin typeface="+mn-lt"/>
          <a:ea typeface="+mn-ea"/>
          <a:cs typeface="+mn-cs"/>
        </a:defRPr>
      </a:lvl7pPr>
      <a:lvl8pPr marL="3198312" algn="l" defTabSz="913805" rtl="0" eaLnBrk="1" latinLnBrk="0" hangingPunct="1">
        <a:defRPr sz="1700" kern="1200">
          <a:solidFill>
            <a:schemeClr val="tx1"/>
          </a:solidFill>
          <a:latin typeface="+mn-lt"/>
          <a:ea typeface="+mn-ea"/>
          <a:cs typeface="+mn-cs"/>
        </a:defRPr>
      </a:lvl8pPr>
      <a:lvl9pPr marL="3655211" algn="l" defTabSz="913805"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920694" y="1447800"/>
            <a:ext cx="9068038" cy="2047489"/>
          </a:xfrm>
        </p:spPr>
        <p:txBody>
          <a:bodyPr/>
          <a:lstStyle/>
          <a:p>
            <a:r>
              <a:rPr lang="en-US" dirty="0"/>
              <a:t>	Exploring missed optimization opportunities in whole-program </a:t>
            </a:r>
            <a:r>
              <a:rPr lang="en-US" dirty="0" err="1" smtClean="0"/>
              <a:t>devirtualization</a:t>
            </a:r>
            <a:endParaRPr lang="en-US" dirty="0"/>
          </a:p>
        </p:txBody>
      </p:sp>
      <p:sp>
        <p:nvSpPr>
          <p:cNvPr id="3" name="Subtitle 2"/>
          <p:cNvSpPr>
            <a:spLocks noGrp="1"/>
          </p:cNvSpPr>
          <p:nvPr>
            <p:ph type="subTitle" sz="quarter" idx="1"/>
          </p:nvPr>
        </p:nvSpPr>
        <p:spPr>
          <a:xfrm>
            <a:off x="2057400" y="3581400"/>
            <a:ext cx="7073645" cy="864987"/>
          </a:xfrm>
        </p:spPr>
        <p:txBody>
          <a:bodyPr/>
          <a:lstStyle/>
          <a:p>
            <a:r>
              <a:rPr lang="en-US" dirty="0" smtClean="0"/>
              <a:t>Yangguang Li, Szymon </a:t>
            </a:r>
            <a:r>
              <a:rPr lang="en-US" dirty="0"/>
              <a:t>Sobieszek, Ehsan Amiri</a:t>
            </a:r>
            <a:endParaRPr lang="en-US" dirty="0" smtClean="0"/>
          </a:p>
        </p:txBody>
      </p:sp>
    </p:spTree>
    <p:extLst>
      <p:ext uri="{BB962C8B-B14F-4D97-AF65-F5344CB8AC3E}">
        <p14:creationId xmlns:p14="http://schemas.microsoft.com/office/powerpoint/2010/main" val="5401094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817" y="0"/>
            <a:ext cx="11563514" cy="990600"/>
          </a:xfrm>
        </p:spPr>
        <p:txBody>
          <a:bodyPr/>
          <a:lstStyle/>
          <a:p>
            <a:r>
              <a:rPr lang="en-US" dirty="0" smtClean="0"/>
              <a:t>Type metadata</a:t>
            </a:r>
            <a:endParaRPr lang="en-US" dirty="0"/>
          </a:p>
        </p:txBody>
      </p:sp>
      <p:sp>
        <p:nvSpPr>
          <p:cNvPr id="3" name="Content Placeholder 2"/>
          <p:cNvSpPr>
            <a:spLocks noGrp="1"/>
          </p:cNvSpPr>
          <p:nvPr>
            <p:ph idx="1"/>
          </p:nvPr>
        </p:nvSpPr>
        <p:spPr>
          <a:xfrm>
            <a:off x="342817" y="916082"/>
            <a:ext cx="7821065" cy="4289751"/>
          </a:xfrm>
        </p:spPr>
        <p:txBody>
          <a:bodyPr/>
          <a:lstStyle/>
          <a:p>
            <a:r>
              <a:rPr lang="en-US" sz="1800" dirty="0" smtClean="0"/>
              <a:t>LLVM attaches </a:t>
            </a:r>
            <a:r>
              <a:rPr lang="en-US" sz="1800" b="1" dirty="0" smtClean="0"/>
              <a:t>type metadata</a:t>
            </a:r>
            <a:r>
              <a:rPr lang="en-US" sz="1800" dirty="0" smtClean="0"/>
              <a:t> to </a:t>
            </a:r>
            <a:r>
              <a:rPr lang="en-US" sz="1800" dirty="0" err="1" smtClean="0"/>
              <a:t>vtable</a:t>
            </a:r>
            <a:r>
              <a:rPr lang="en-US" sz="1800" dirty="0" smtClean="0"/>
              <a:t> </a:t>
            </a:r>
            <a:r>
              <a:rPr lang="en-US" sz="1800" dirty="0" err="1" smtClean="0"/>
              <a:t>globals</a:t>
            </a:r>
            <a:r>
              <a:rPr lang="en-US" sz="1800" dirty="0" smtClean="0"/>
              <a:t>, which allows to uniquely reconstruct the class hierarchy in the program.</a:t>
            </a:r>
          </a:p>
          <a:p>
            <a:r>
              <a:rPr lang="en-US" sz="1800" dirty="0" err="1" smtClean="0"/>
              <a:t>Vtables</a:t>
            </a:r>
            <a:r>
              <a:rPr lang="en-US" sz="1800" dirty="0" smtClean="0"/>
              <a:t> also contain visibility information, to enable WPD.</a:t>
            </a:r>
          </a:p>
          <a:p>
            <a:r>
              <a:rPr lang="en-US" sz="1800" dirty="0" smtClean="0"/>
              <a:t>Virtual functions have a “top-down” ordering in the </a:t>
            </a:r>
            <a:r>
              <a:rPr lang="en-US" sz="1800" dirty="0" err="1" smtClean="0"/>
              <a:t>vtables</a:t>
            </a:r>
            <a:r>
              <a:rPr lang="en-US" sz="1800" dirty="0" smtClean="0"/>
              <a:t>.</a:t>
            </a:r>
          </a:p>
          <a:p>
            <a:endParaRPr lang="en-US" sz="1800" dirty="0" smtClean="0"/>
          </a:p>
        </p:txBody>
      </p:sp>
      <p:sp>
        <p:nvSpPr>
          <p:cNvPr id="11" name="TextBox 10"/>
          <p:cNvSpPr txBox="1"/>
          <p:nvPr/>
        </p:nvSpPr>
        <p:spPr>
          <a:xfrm>
            <a:off x="2235557" y="5913567"/>
            <a:ext cx="1625637" cy="331435"/>
          </a:xfrm>
          <a:prstGeom prst="rect">
            <a:avLst/>
          </a:prstGeom>
          <a:noFill/>
        </p:spPr>
        <p:txBody>
          <a:bodyPr wrap="square" rtlCol="0">
            <a:spAutoFit/>
          </a:bodyPr>
          <a:lstStyle/>
          <a:p>
            <a:endParaRPr lang="en-CA" sz="1200" dirty="0" smtClean="0">
              <a:latin typeface="Trebuchet MS" panose="020B0603020202020204" pitchFamily="34" charset="0"/>
              <a:ea typeface="微软雅黑" pitchFamily="34" charset="-122"/>
            </a:endParaRPr>
          </a:p>
        </p:txBody>
      </p:sp>
      <p:sp>
        <p:nvSpPr>
          <p:cNvPr id="39" name="TextBox 38"/>
          <p:cNvSpPr txBox="1"/>
          <p:nvPr/>
        </p:nvSpPr>
        <p:spPr>
          <a:xfrm>
            <a:off x="9448800" y="498748"/>
            <a:ext cx="2209800" cy="3139321"/>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CA" sz="1100" dirty="0" err="1">
                <a:solidFill>
                  <a:srgbClr val="569CD6"/>
                </a:solidFill>
                <a:latin typeface="Consolas" panose="020B0609020204030204" pitchFamily="49" charset="0"/>
              </a:rPr>
              <a:t>struct</a:t>
            </a:r>
            <a:r>
              <a:rPr lang="en-CA" sz="1100" dirty="0">
                <a:solidFill>
                  <a:srgbClr val="CCCCCC"/>
                </a:solidFill>
                <a:latin typeface="Consolas" panose="020B0609020204030204" pitchFamily="49" charset="0"/>
              </a:rPr>
              <a:t> </a:t>
            </a:r>
            <a:r>
              <a:rPr lang="en-CA" sz="1100" dirty="0">
                <a:solidFill>
                  <a:srgbClr val="4EC9B0"/>
                </a:solidFill>
                <a:latin typeface="Consolas" panose="020B0609020204030204" pitchFamily="49" charset="0"/>
              </a:rPr>
              <a:t>A</a:t>
            </a:r>
            <a:r>
              <a:rPr lang="en-CA" sz="1100" dirty="0">
                <a:solidFill>
                  <a:srgbClr val="CCCCCC"/>
                </a:solidFill>
                <a:latin typeface="Consolas" panose="020B0609020204030204" pitchFamily="49" charset="0"/>
              </a:rPr>
              <a:t> {</a:t>
            </a:r>
          </a:p>
          <a:p>
            <a:r>
              <a:rPr lang="en-CA" sz="1100" dirty="0">
                <a:solidFill>
                  <a:srgbClr val="CCCCCC"/>
                </a:solidFill>
                <a:latin typeface="Consolas" panose="020B0609020204030204" pitchFamily="49" charset="0"/>
              </a:rPr>
              <a:t>  </a:t>
            </a:r>
            <a:r>
              <a:rPr lang="en-CA" sz="1100" dirty="0">
                <a:solidFill>
                  <a:srgbClr val="569CD6"/>
                </a:solidFill>
                <a:latin typeface="Consolas" panose="020B0609020204030204" pitchFamily="49" charset="0"/>
              </a:rPr>
              <a:t>virtual</a:t>
            </a:r>
            <a:r>
              <a:rPr lang="en-CA" sz="1100" dirty="0">
                <a:solidFill>
                  <a:srgbClr val="CCCCCC"/>
                </a:solidFill>
                <a:latin typeface="Consolas" panose="020B0609020204030204" pitchFamily="49" charset="0"/>
              </a:rPr>
              <a:t> </a:t>
            </a:r>
            <a:r>
              <a:rPr lang="en-CA" sz="1100" dirty="0">
                <a:solidFill>
                  <a:srgbClr val="569CD6"/>
                </a:solidFill>
                <a:latin typeface="Consolas" panose="020B0609020204030204" pitchFamily="49" charset="0"/>
              </a:rPr>
              <a:t>void</a:t>
            </a:r>
            <a:r>
              <a:rPr lang="en-CA" sz="1100" dirty="0">
                <a:solidFill>
                  <a:srgbClr val="CCCCCC"/>
                </a:solidFill>
                <a:latin typeface="Consolas" panose="020B0609020204030204" pitchFamily="49" charset="0"/>
              </a:rPr>
              <a:t> </a:t>
            </a:r>
            <a:r>
              <a:rPr lang="en-CA" sz="1100" dirty="0">
                <a:solidFill>
                  <a:srgbClr val="DCDCAA"/>
                </a:solidFill>
                <a:latin typeface="Consolas" panose="020B0609020204030204" pitchFamily="49" charset="0"/>
              </a:rPr>
              <a:t>f</a:t>
            </a:r>
            <a:r>
              <a:rPr lang="en-CA" sz="1100" dirty="0">
                <a:solidFill>
                  <a:srgbClr val="CCCCCC"/>
                </a:solidFill>
                <a:latin typeface="Consolas" panose="020B0609020204030204" pitchFamily="49" charset="0"/>
              </a:rPr>
              <a:t>();</a:t>
            </a:r>
          </a:p>
          <a:p>
            <a:r>
              <a:rPr lang="en-CA" sz="1100" dirty="0">
                <a:solidFill>
                  <a:srgbClr val="CCCCCC"/>
                </a:solidFill>
                <a:latin typeface="Consolas" panose="020B0609020204030204" pitchFamily="49" charset="0"/>
              </a:rPr>
              <a:t>};</a:t>
            </a:r>
          </a:p>
          <a:p>
            <a:r>
              <a:rPr lang="en-CA" sz="1100" dirty="0">
                <a:solidFill>
                  <a:srgbClr val="CCCCCC"/>
                </a:solidFill>
                <a:latin typeface="Consolas" panose="020B0609020204030204" pitchFamily="49" charset="0"/>
              </a:rPr>
              <a:t/>
            </a:r>
            <a:br>
              <a:rPr lang="en-CA" sz="1100" dirty="0">
                <a:solidFill>
                  <a:srgbClr val="CCCCCC"/>
                </a:solidFill>
                <a:latin typeface="Consolas" panose="020B0609020204030204" pitchFamily="49" charset="0"/>
              </a:rPr>
            </a:br>
            <a:r>
              <a:rPr lang="en-CA" sz="1100" dirty="0" err="1">
                <a:solidFill>
                  <a:srgbClr val="569CD6"/>
                </a:solidFill>
                <a:latin typeface="Consolas" panose="020B0609020204030204" pitchFamily="49" charset="0"/>
              </a:rPr>
              <a:t>struct</a:t>
            </a:r>
            <a:r>
              <a:rPr lang="en-CA" sz="1100" dirty="0">
                <a:solidFill>
                  <a:srgbClr val="CCCCCC"/>
                </a:solidFill>
                <a:latin typeface="Consolas" panose="020B0609020204030204" pitchFamily="49" charset="0"/>
              </a:rPr>
              <a:t> </a:t>
            </a:r>
            <a:r>
              <a:rPr lang="en-CA" sz="1100" dirty="0">
                <a:solidFill>
                  <a:srgbClr val="4EC9B0"/>
                </a:solidFill>
                <a:latin typeface="Consolas" panose="020B0609020204030204" pitchFamily="49" charset="0"/>
              </a:rPr>
              <a:t>B</a:t>
            </a:r>
            <a:r>
              <a:rPr lang="en-CA" sz="1100" dirty="0">
                <a:solidFill>
                  <a:srgbClr val="CCCCCC"/>
                </a:solidFill>
                <a:latin typeface="Consolas" panose="020B0609020204030204" pitchFamily="49" charset="0"/>
              </a:rPr>
              <a:t> : </a:t>
            </a:r>
            <a:r>
              <a:rPr lang="en-CA" sz="1100" dirty="0">
                <a:solidFill>
                  <a:srgbClr val="4EC9B0"/>
                </a:solidFill>
                <a:latin typeface="Consolas" panose="020B0609020204030204" pitchFamily="49" charset="0"/>
              </a:rPr>
              <a:t>A</a:t>
            </a:r>
            <a:r>
              <a:rPr lang="en-CA" sz="1100" dirty="0">
                <a:solidFill>
                  <a:srgbClr val="CCCCCC"/>
                </a:solidFill>
                <a:latin typeface="Consolas" panose="020B0609020204030204" pitchFamily="49" charset="0"/>
              </a:rPr>
              <a:t> {</a:t>
            </a:r>
          </a:p>
          <a:p>
            <a:r>
              <a:rPr lang="en-CA" sz="1100" dirty="0">
                <a:solidFill>
                  <a:srgbClr val="CCCCCC"/>
                </a:solidFill>
                <a:latin typeface="Consolas" panose="020B0609020204030204" pitchFamily="49" charset="0"/>
              </a:rPr>
              <a:t>  </a:t>
            </a:r>
            <a:r>
              <a:rPr lang="en-CA" sz="1100" dirty="0">
                <a:solidFill>
                  <a:srgbClr val="569CD6"/>
                </a:solidFill>
                <a:latin typeface="Consolas" panose="020B0609020204030204" pitchFamily="49" charset="0"/>
              </a:rPr>
              <a:t>virtual</a:t>
            </a:r>
            <a:r>
              <a:rPr lang="en-CA" sz="1100" dirty="0">
                <a:solidFill>
                  <a:srgbClr val="CCCCCC"/>
                </a:solidFill>
                <a:latin typeface="Consolas" panose="020B0609020204030204" pitchFamily="49" charset="0"/>
              </a:rPr>
              <a:t> </a:t>
            </a:r>
            <a:r>
              <a:rPr lang="en-CA" sz="1100" dirty="0">
                <a:solidFill>
                  <a:srgbClr val="569CD6"/>
                </a:solidFill>
                <a:latin typeface="Consolas" panose="020B0609020204030204" pitchFamily="49" charset="0"/>
              </a:rPr>
              <a:t>void</a:t>
            </a:r>
            <a:r>
              <a:rPr lang="en-CA" sz="1100" dirty="0">
                <a:solidFill>
                  <a:srgbClr val="CCCCCC"/>
                </a:solidFill>
                <a:latin typeface="Consolas" panose="020B0609020204030204" pitchFamily="49" charset="0"/>
              </a:rPr>
              <a:t> </a:t>
            </a:r>
            <a:r>
              <a:rPr lang="en-CA" sz="1100" dirty="0">
                <a:solidFill>
                  <a:srgbClr val="DCDCAA"/>
                </a:solidFill>
                <a:latin typeface="Consolas" panose="020B0609020204030204" pitchFamily="49" charset="0"/>
              </a:rPr>
              <a:t>f</a:t>
            </a:r>
            <a:r>
              <a:rPr lang="en-CA" sz="1100" dirty="0">
                <a:solidFill>
                  <a:srgbClr val="CCCCCC"/>
                </a:solidFill>
                <a:latin typeface="Consolas" panose="020B0609020204030204" pitchFamily="49" charset="0"/>
              </a:rPr>
              <a:t>();</a:t>
            </a:r>
          </a:p>
          <a:p>
            <a:r>
              <a:rPr lang="en-CA" sz="1100" dirty="0">
                <a:solidFill>
                  <a:srgbClr val="CCCCCC"/>
                </a:solidFill>
                <a:latin typeface="Consolas" panose="020B0609020204030204" pitchFamily="49" charset="0"/>
              </a:rPr>
              <a:t>  </a:t>
            </a:r>
            <a:r>
              <a:rPr lang="en-CA" sz="1100" dirty="0">
                <a:solidFill>
                  <a:srgbClr val="569CD6"/>
                </a:solidFill>
                <a:latin typeface="Consolas" panose="020B0609020204030204" pitchFamily="49" charset="0"/>
              </a:rPr>
              <a:t>virtual</a:t>
            </a:r>
            <a:r>
              <a:rPr lang="en-CA" sz="1100" dirty="0">
                <a:solidFill>
                  <a:srgbClr val="CCCCCC"/>
                </a:solidFill>
                <a:latin typeface="Consolas" panose="020B0609020204030204" pitchFamily="49" charset="0"/>
              </a:rPr>
              <a:t> </a:t>
            </a:r>
            <a:r>
              <a:rPr lang="en-CA" sz="1100" dirty="0">
                <a:solidFill>
                  <a:srgbClr val="569CD6"/>
                </a:solidFill>
                <a:latin typeface="Consolas" panose="020B0609020204030204" pitchFamily="49" charset="0"/>
              </a:rPr>
              <a:t>void</a:t>
            </a:r>
            <a:r>
              <a:rPr lang="en-CA" sz="1100" dirty="0">
                <a:solidFill>
                  <a:srgbClr val="CCCCCC"/>
                </a:solidFill>
                <a:latin typeface="Consolas" panose="020B0609020204030204" pitchFamily="49" charset="0"/>
              </a:rPr>
              <a:t> </a:t>
            </a:r>
            <a:r>
              <a:rPr lang="en-CA" sz="1100" dirty="0">
                <a:solidFill>
                  <a:srgbClr val="DCDCAA"/>
                </a:solidFill>
                <a:latin typeface="Consolas" panose="020B0609020204030204" pitchFamily="49" charset="0"/>
              </a:rPr>
              <a:t>g</a:t>
            </a:r>
            <a:r>
              <a:rPr lang="en-CA" sz="1100" dirty="0">
                <a:solidFill>
                  <a:srgbClr val="CCCCCC"/>
                </a:solidFill>
                <a:latin typeface="Consolas" panose="020B0609020204030204" pitchFamily="49" charset="0"/>
              </a:rPr>
              <a:t>();</a:t>
            </a:r>
          </a:p>
          <a:p>
            <a:r>
              <a:rPr lang="en-CA" sz="1100" dirty="0">
                <a:solidFill>
                  <a:srgbClr val="CCCCCC"/>
                </a:solidFill>
                <a:latin typeface="Consolas" panose="020B0609020204030204" pitchFamily="49" charset="0"/>
              </a:rPr>
              <a:t>};</a:t>
            </a:r>
          </a:p>
          <a:p>
            <a:r>
              <a:rPr lang="en-CA" sz="1100" dirty="0">
                <a:solidFill>
                  <a:srgbClr val="CCCCCC"/>
                </a:solidFill>
                <a:latin typeface="Consolas" panose="020B0609020204030204" pitchFamily="49" charset="0"/>
              </a:rPr>
              <a:t/>
            </a:r>
            <a:br>
              <a:rPr lang="en-CA" sz="1100" dirty="0">
                <a:solidFill>
                  <a:srgbClr val="CCCCCC"/>
                </a:solidFill>
                <a:latin typeface="Consolas" panose="020B0609020204030204" pitchFamily="49" charset="0"/>
              </a:rPr>
            </a:br>
            <a:r>
              <a:rPr lang="en-CA" sz="1100" dirty="0" err="1">
                <a:solidFill>
                  <a:srgbClr val="569CD6"/>
                </a:solidFill>
                <a:latin typeface="Consolas" panose="020B0609020204030204" pitchFamily="49" charset="0"/>
              </a:rPr>
              <a:t>struct</a:t>
            </a:r>
            <a:r>
              <a:rPr lang="en-CA" sz="1100" dirty="0">
                <a:solidFill>
                  <a:srgbClr val="CCCCCC"/>
                </a:solidFill>
                <a:latin typeface="Consolas" panose="020B0609020204030204" pitchFamily="49" charset="0"/>
              </a:rPr>
              <a:t> </a:t>
            </a:r>
            <a:r>
              <a:rPr lang="en-CA" sz="1100" dirty="0">
                <a:solidFill>
                  <a:srgbClr val="4EC9B0"/>
                </a:solidFill>
                <a:latin typeface="Consolas" panose="020B0609020204030204" pitchFamily="49" charset="0"/>
              </a:rPr>
              <a:t>C</a:t>
            </a:r>
            <a:r>
              <a:rPr lang="en-CA" sz="1100" dirty="0">
                <a:solidFill>
                  <a:srgbClr val="CCCCCC"/>
                </a:solidFill>
                <a:latin typeface="Consolas" panose="020B0609020204030204" pitchFamily="49" charset="0"/>
              </a:rPr>
              <a:t> {</a:t>
            </a:r>
          </a:p>
          <a:p>
            <a:r>
              <a:rPr lang="en-CA" sz="1100" dirty="0">
                <a:solidFill>
                  <a:srgbClr val="CCCCCC"/>
                </a:solidFill>
                <a:latin typeface="Consolas" panose="020B0609020204030204" pitchFamily="49" charset="0"/>
              </a:rPr>
              <a:t>  </a:t>
            </a:r>
            <a:r>
              <a:rPr lang="en-CA" sz="1100" dirty="0">
                <a:solidFill>
                  <a:srgbClr val="569CD6"/>
                </a:solidFill>
                <a:latin typeface="Consolas" panose="020B0609020204030204" pitchFamily="49" charset="0"/>
              </a:rPr>
              <a:t>virtual</a:t>
            </a:r>
            <a:r>
              <a:rPr lang="en-CA" sz="1100" dirty="0">
                <a:solidFill>
                  <a:srgbClr val="CCCCCC"/>
                </a:solidFill>
                <a:latin typeface="Consolas" panose="020B0609020204030204" pitchFamily="49" charset="0"/>
              </a:rPr>
              <a:t> </a:t>
            </a:r>
            <a:r>
              <a:rPr lang="en-CA" sz="1100" dirty="0">
                <a:solidFill>
                  <a:srgbClr val="569CD6"/>
                </a:solidFill>
                <a:latin typeface="Consolas" panose="020B0609020204030204" pitchFamily="49" charset="0"/>
              </a:rPr>
              <a:t>void</a:t>
            </a:r>
            <a:r>
              <a:rPr lang="en-CA" sz="1100" dirty="0">
                <a:solidFill>
                  <a:srgbClr val="CCCCCC"/>
                </a:solidFill>
                <a:latin typeface="Consolas" panose="020B0609020204030204" pitchFamily="49" charset="0"/>
              </a:rPr>
              <a:t> </a:t>
            </a:r>
            <a:r>
              <a:rPr lang="en-CA" sz="1100" dirty="0">
                <a:solidFill>
                  <a:srgbClr val="DCDCAA"/>
                </a:solidFill>
                <a:latin typeface="Consolas" panose="020B0609020204030204" pitchFamily="49" charset="0"/>
              </a:rPr>
              <a:t>h</a:t>
            </a:r>
            <a:r>
              <a:rPr lang="en-CA" sz="1100" dirty="0">
                <a:solidFill>
                  <a:srgbClr val="CCCCCC"/>
                </a:solidFill>
                <a:latin typeface="Consolas" panose="020B0609020204030204" pitchFamily="49" charset="0"/>
              </a:rPr>
              <a:t>();</a:t>
            </a:r>
          </a:p>
          <a:p>
            <a:r>
              <a:rPr lang="en-CA" sz="1100" dirty="0" smtClean="0">
                <a:solidFill>
                  <a:srgbClr val="CCCCCC"/>
                </a:solidFill>
                <a:latin typeface="Consolas" panose="020B0609020204030204" pitchFamily="49" charset="0"/>
              </a:rPr>
              <a:t>};</a:t>
            </a:r>
          </a:p>
          <a:p>
            <a:r>
              <a:rPr lang="en-CA" sz="1100" dirty="0">
                <a:solidFill>
                  <a:srgbClr val="CCCCCC"/>
                </a:solidFill>
                <a:latin typeface="Consolas" panose="020B0609020204030204" pitchFamily="49" charset="0"/>
              </a:rPr>
              <a:t> </a:t>
            </a:r>
            <a:endParaRPr lang="en-CA" sz="1100" dirty="0" smtClean="0">
              <a:solidFill>
                <a:srgbClr val="CCCCCC"/>
              </a:solidFill>
              <a:latin typeface="Consolas" panose="020B0609020204030204" pitchFamily="49" charset="0"/>
            </a:endParaRPr>
          </a:p>
          <a:p>
            <a:r>
              <a:rPr lang="en-CA" sz="1100" dirty="0" err="1" smtClean="0">
                <a:solidFill>
                  <a:srgbClr val="569CD6"/>
                </a:solidFill>
                <a:latin typeface="Consolas" panose="020B0609020204030204" pitchFamily="49" charset="0"/>
              </a:rPr>
              <a:t>struct</a:t>
            </a:r>
            <a:r>
              <a:rPr lang="en-CA" sz="1100" dirty="0" smtClean="0">
                <a:solidFill>
                  <a:srgbClr val="CCCCCC"/>
                </a:solidFill>
                <a:latin typeface="Consolas" panose="020B0609020204030204" pitchFamily="49" charset="0"/>
              </a:rPr>
              <a:t> </a:t>
            </a:r>
            <a:r>
              <a:rPr lang="en-CA" sz="1100" dirty="0">
                <a:solidFill>
                  <a:srgbClr val="4EC9B0"/>
                </a:solidFill>
                <a:latin typeface="Consolas" panose="020B0609020204030204" pitchFamily="49" charset="0"/>
              </a:rPr>
              <a:t>D</a:t>
            </a:r>
            <a:r>
              <a:rPr lang="en-CA" sz="1100" dirty="0">
                <a:solidFill>
                  <a:srgbClr val="CCCCCC"/>
                </a:solidFill>
                <a:latin typeface="Consolas" panose="020B0609020204030204" pitchFamily="49" charset="0"/>
              </a:rPr>
              <a:t> : </a:t>
            </a:r>
            <a:r>
              <a:rPr lang="en-CA" sz="1100" dirty="0">
                <a:solidFill>
                  <a:srgbClr val="4EC9B0"/>
                </a:solidFill>
                <a:latin typeface="Consolas" panose="020B0609020204030204" pitchFamily="49" charset="0"/>
              </a:rPr>
              <a:t>A</a:t>
            </a:r>
            <a:r>
              <a:rPr lang="en-CA" sz="1100" dirty="0" smtClean="0">
                <a:solidFill>
                  <a:srgbClr val="CCCCCC"/>
                </a:solidFill>
                <a:latin typeface="Consolas" panose="020B0609020204030204" pitchFamily="49" charset="0"/>
              </a:rPr>
              <a:t>, </a:t>
            </a:r>
            <a:r>
              <a:rPr lang="en-CA" sz="1100" dirty="0">
                <a:solidFill>
                  <a:srgbClr val="4EC9B0"/>
                </a:solidFill>
                <a:latin typeface="Consolas" panose="020B0609020204030204" pitchFamily="49" charset="0"/>
              </a:rPr>
              <a:t>C</a:t>
            </a:r>
            <a:r>
              <a:rPr lang="en-CA" sz="1100" dirty="0">
                <a:solidFill>
                  <a:srgbClr val="CCCCCC"/>
                </a:solidFill>
                <a:latin typeface="Consolas" panose="020B0609020204030204" pitchFamily="49" charset="0"/>
              </a:rPr>
              <a:t> {</a:t>
            </a:r>
          </a:p>
          <a:p>
            <a:r>
              <a:rPr lang="en-CA" sz="1100" dirty="0">
                <a:solidFill>
                  <a:srgbClr val="CCCCCC"/>
                </a:solidFill>
                <a:latin typeface="Consolas" panose="020B0609020204030204" pitchFamily="49" charset="0"/>
              </a:rPr>
              <a:t>  </a:t>
            </a:r>
            <a:r>
              <a:rPr lang="en-CA" sz="1100" dirty="0">
                <a:solidFill>
                  <a:srgbClr val="569CD6"/>
                </a:solidFill>
                <a:latin typeface="Consolas" panose="020B0609020204030204" pitchFamily="49" charset="0"/>
              </a:rPr>
              <a:t>virtual</a:t>
            </a:r>
            <a:r>
              <a:rPr lang="en-CA" sz="1100" dirty="0">
                <a:solidFill>
                  <a:srgbClr val="CCCCCC"/>
                </a:solidFill>
                <a:latin typeface="Consolas" panose="020B0609020204030204" pitchFamily="49" charset="0"/>
              </a:rPr>
              <a:t> </a:t>
            </a:r>
            <a:r>
              <a:rPr lang="en-CA" sz="1100" dirty="0">
                <a:solidFill>
                  <a:srgbClr val="569CD6"/>
                </a:solidFill>
                <a:latin typeface="Consolas" panose="020B0609020204030204" pitchFamily="49" charset="0"/>
              </a:rPr>
              <a:t>void</a:t>
            </a:r>
            <a:r>
              <a:rPr lang="en-CA" sz="1100" dirty="0">
                <a:solidFill>
                  <a:srgbClr val="CCCCCC"/>
                </a:solidFill>
                <a:latin typeface="Consolas" panose="020B0609020204030204" pitchFamily="49" charset="0"/>
              </a:rPr>
              <a:t> </a:t>
            </a:r>
            <a:r>
              <a:rPr lang="en-CA" sz="1100" dirty="0">
                <a:solidFill>
                  <a:srgbClr val="DCDCAA"/>
                </a:solidFill>
                <a:latin typeface="Consolas" panose="020B0609020204030204" pitchFamily="49" charset="0"/>
              </a:rPr>
              <a:t>f</a:t>
            </a:r>
            <a:r>
              <a:rPr lang="en-CA" sz="1100" dirty="0">
                <a:solidFill>
                  <a:srgbClr val="CCCCCC"/>
                </a:solidFill>
                <a:latin typeface="Consolas" panose="020B0609020204030204" pitchFamily="49" charset="0"/>
              </a:rPr>
              <a:t>();</a:t>
            </a:r>
          </a:p>
          <a:p>
            <a:r>
              <a:rPr lang="en-CA" sz="1100" dirty="0">
                <a:solidFill>
                  <a:srgbClr val="CCCCCC"/>
                </a:solidFill>
                <a:latin typeface="Consolas" panose="020B0609020204030204" pitchFamily="49" charset="0"/>
              </a:rPr>
              <a:t>  </a:t>
            </a:r>
            <a:r>
              <a:rPr lang="en-CA" sz="1100" dirty="0">
                <a:solidFill>
                  <a:srgbClr val="569CD6"/>
                </a:solidFill>
                <a:latin typeface="Consolas" panose="020B0609020204030204" pitchFamily="49" charset="0"/>
              </a:rPr>
              <a:t>virtual</a:t>
            </a:r>
            <a:r>
              <a:rPr lang="en-CA" sz="1100" dirty="0">
                <a:solidFill>
                  <a:srgbClr val="CCCCCC"/>
                </a:solidFill>
                <a:latin typeface="Consolas" panose="020B0609020204030204" pitchFamily="49" charset="0"/>
              </a:rPr>
              <a:t> </a:t>
            </a:r>
            <a:r>
              <a:rPr lang="en-CA" sz="1100" dirty="0">
                <a:solidFill>
                  <a:srgbClr val="569CD6"/>
                </a:solidFill>
                <a:latin typeface="Consolas" panose="020B0609020204030204" pitchFamily="49" charset="0"/>
              </a:rPr>
              <a:t>void</a:t>
            </a:r>
            <a:r>
              <a:rPr lang="en-CA" sz="1100" dirty="0">
                <a:solidFill>
                  <a:srgbClr val="CCCCCC"/>
                </a:solidFill>
                <a:latin typeface="Consolas" panose="020B0609020204030204" pitchFamily="49" charset="0"/>
              </a:rPr>
              <a:t> </a:t>
            </a:r>
            <a:r>
              <a:rPr lang="en-CA" sz="1100" dirty="0">
                <a:solidFill>
                  <a:srgbClr val="DCDCAA"/>
                </a:solidFill>
                <a:latin typeface="Consolas" panose="020B0609020204030204" pitchFamily="49" charset="0"/>
              </a:rPr>
              <a:t>h</a:t>
            </a:r>
            <a:r>
              <a:rPr lang="en-CA" sz="1100" dirty="0">
                <a:solidFill>
                  <a:srgbClr val="CCCCCC"/>
                </a:solidFill>
                <a:latin typeface="Consolas" panose="020B0609020204030204" pitchFamily="49" charset="0"/>
              </a:rPr>
              <a:t>();</a:t>
            </a:r>
          </a:p>
          <a:p>
            <a:r>
              <a:rPr lang="en-CA" sz="1100" dirty="0">
                <a:solidFill>
                  <a:srgbClr val="CCCCCC"/>
                </a:solidFill>
                <a:latin typeface="Consolas" panose="020B0609020204030204" pitchFamily="49" charset="0"/>
              </a:rPr>
              <a:t>};</a:t>
            </a:r>
          </a:p>
          <a:p>
            <a:endParaRPr lang="en-CA" sz="1100" dirty="0">
              <a:solidFill>
                <a:srgbClr val="CCCCCC"/>
              </a:solidFill>
              <a:latin typeface="Consolas" panose="020B0609020204030204" pitchFamily="49" charset="0"/>
            </a:endParaRPr>
          </a:p>
        </p:txBody>
      </p:sp>
      <p:sp>
        <p:nvSpPr>
          <p:cNvPr id="40" name="TextBox 39"/>
          <p:cNvSpPr txBox="1"/>
          <p:nvPr/>
        </p:nvSpPr>
        <p:spPr>
          <a:xfrm>
            <a:off x="1066800" y="3124200"/>
            <a:ext cx="7772400" cy="1954381"/>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CA" sz="1100" dirty="0">
                <a:latin typeface="Consolas" panose="020B0609020204030204" pitchFamily="49" charset="0"/>
                <a:ea typeface="微软雅黑" pitchFamily="34" charset="-122"/>
              </a:rPr>
              <a:t>@_ZTV1A = </a:t>
            </a:r>
            <a:r>
              <a:rPr lang="en-CA" sz="1100" dirty="0" smtClean="0">
                <a:latin typeface="Consolas" panose="020B0609020204030204" pitchFamily="49" charset="0"/>
                <a:ea typeface="微软雅黑" pitchFamily="34" charset="-122"/>
              </a:rPr>
              <a:t>{ </a:t>
            </a:r>
            <a:r>
              <a:rPr lang="en-CA" sz="1100" dirty="0">
                <a:latin typeface="Consolas" panose="020B0609020204030204" pitchFamily="49" charset="0"/>
                <a:ea typeface="微软雅黑" pitchFamily="34" charset="-122"/>
              </a:rPr>
              <a:t>[3 x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null,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@_ZTI1A,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@_ZN1A1fEv] }, </a:t>
            </a:r>
            <a:r>
              <a:rPr lang="en-CA" sz="1100" dirty="0" smtClean="0">
                <a:latin typeface="Consolas" panose="020B0609020204030204" pitchFamily="49" charset="0"/>
                <a:ea typeface="微软雅黑" pitchFamily="34" charset="-122"/>
              </a:rPr>
              <a:t>!</a:t>
            </a:r>
            <a:r>
              <a:rPr lang="en-CA" sz="1100" dirty="0">
                <a:latin typeface="Consolas" panose="020B0609020204030204" pitchFamily="49" charset="0"/>
                <a:ea typeface="微软雅黑" pitchFamily="34" charset="-122"/>
              </a:rPr>
              <a:t>type !</a:t>
            </a:r>
            <a:r>
              <a:rPr lang="en-CA" sz="1100" dirty="0" smtClean="0">
                <a:latin typeface="Consolas" panose="020B0609020204030204" pitchFamily="49" charset="0"/>
                <a:ea typeface="微软雅黑" pitchFamily="34" charset="-122"/>
              </a:rPr>
              <a:t>0</a:t>
            </a:r>
          </a:p>
          <a:p>
            <a:r>
              <a:rPr lang="en-CA" sz="1100" dirty="0" smtClean="0">
                <a:latin typeface="Consolas" panose="020B0609020204030204" pitchFamily="49" charset="0"/>
                <a:ea typeface="微软雅黑" pitchFamily="34" charset="-122"/>
              </a:rPr>
              <a:t>@_</a:t>
            </a:r>
            <a:r>
              <a:rPr lang="en-CA" sz="1100" dirty="0">
                <a:latin typeface="Consolas" panose="020B0609020204030204" pitchFamily="49" charset="0"/>
                <a:ea typeface="微软雅黑" pitchFamily="34" charset="-122"/>
              </a:rPr>
              <a:t>ZTV1B = </a:t>
            </a:r>
            <a:r>
              <a:rPr lang="en-CA" sz="1100" dirty="0" smtClean="0">
                <a:latin typeface="Consolas" panose="020B0609020204030204" pitchFamily="49" charset="0"/>
                <a:ea typeface="微软雅黑" pitchFamily="34" charset="-122"/>
              </a:rPr>
              <a:t>{ </a:t>
            </a:r>
            <a:r>
              <a:rPr lang="en-CA" sz="1100" dirty="0">
                <a:latin typeface="Consolas" panose="020B0609020204030204" pitchFamily="49" charset="0"/>
                <a:ea typeface="微软雅黑" pitchFamily="34" charset="-122"/>
              </a:rPr>
              <a:t>[4 x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null,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@_ZTI1B,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@_ZN1B1fEv,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@_ZN1B1gEv] </a:t>
            </a:r>
            <a:r>
              <a:rPr lang="en-CA" sz="1100" dirty="0" smtClean="0">
                <a:latin typeface="Consolas" panose="020B0609020204030204" pitchFamily="49" charset="0"/>
                <a:ea typeface="微软雅黑" pitchFamily="34" charset="-122"/>
              </a:rPr>
              <a:t>}, </a:t>
            </a:r>
            <a:r>
              <a:rPr lang="en-CA" sz="1100" dirty="0">
                <a:latin typeface="Consolas" panose="020B0609020204030204" pitchFamily="49" charset="0"/>
                <a:ea typeface="微软雅黑" pitchFamily="34" charset="-122"/>
              </a:rPr>
              <a:t>!type !0, !type !</a:t>
            </a:r>
            <a:r>
              <a:rPr lang="en-CA" sz="1100" dirty="0" smtClean="0">
                <a:latin typeface="Consolas" panose="020B0609020204030204" pitchFamily="49" charset="0"/>
                <a:ea typeface="微软雅黑" pitchFamily="34" charset="-122"/>
              </a:rPr>
              <a:t>1</a:t>
            </a:r>
            <a:endParaRPr lang="en-CA" sz="1100" dirty="0">
              <a:latin typeface="Consolas" panose="020B0609020204030204" pitchFamily="49" charset="0"/>
              <a:ea typeface="微软雅黑" pitchFamily="34" charset="-122"/>
            </a:endParaRPr>
          </a:p>
          <a:p>
            <a:r>
              <a:rPr lang="en-CA" sz="1100" dirty="0" smtClean="0">
                <a:latin typeface="Consolas" panose="020B0609020204030204" pitchFamily="49" charset="0"/>
                <a:ea typeface="微软雅黑" pitchFamily="34" charset="-122"/>
              </a:rPr>
              <a:t>@_</a:t>
            </a:r>
            <a:r>
              <a:rPr lang="en-CA" sz="1100" dirty="0">
                <a:latin typeface="Consolas" panose="020B0609020204030204" pitchFamily="49" charset="0"/>
                <a:ea typeface="微软雅黑" pitchFamily="34" charset="-122"/>
              </a:rPr>
              <a:t>ZTV1C = </a:t>
            </a:r>
            <a:r>
              <a:rPr lang="en-CA" sz="1100" dirty="0" smtClean="0">
                <a:latin typeface="Consolas" panose="020B0609020204030204" pitchFamily="49" charset="0"/>
                <a:ea typeface="微软雅黑" pitchFamily="34" charset="-122"/>
              </a:rPr>
              <a:t>{ </a:t>
            </a:r>
            <a:r>
              <a:rPr lang="en-CA" sz="1100" dirty="0">
                <a:latin typeface="Consolas" panose="020B0609020204030204" pitchFamily="49" charset="0"/>
                <a:ea typeface="微软雅黑" pitchFamily="34" charset="-122"/>
              </a:rPr>
              <a:t>[3 x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null,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@_ZTI1C,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@_ZN1C1hEv] </a:t>
            </a:r>
            <a:r>
              <a:rPr lang="en-CA" sz="1100" dirty="0" smtClean="0">
                <a:latin typeface="Consolas" panose="020B0609020204030204" pitchFamily="49" charset="0"/>
                <a:ea typeface="微软雅黑" pitchFamily="34" charset="-122"/>
              </a:rPr>
              <a:t>}, </a:t>
            </a:r>
            <a:r>
              <a:rPr lang="en-CA" sz="1100" dirty="0">
                <a:latin typeface="Consolas" panose="020B0609020204030204" pitchFamily="49" charset="0"/>
                <a:ea typeface="微软雅黑" pitchFamily="34" charset="-122"/>
              </a:rPr>
              <a:t>!type </a:t>
            </a:r>
            <a:r>
              <a:rPr lang="en-CA" sz="1100" dirty="0" smtClean="0">
                <a:latin typeface="Consolas" panose="020B0609020204030204" pitchFamily="49" charset="0"/>
                <a:ea typeface="微软雅黑" pitchFamily="34" charset="-122"/>
              </a:rPr>
              <a:t>!2</a:t>
            </a:r>
          </a:p>
          <a:p>
            <a:r>
              <a:rPr lang="en-CA" sz="1100" dirty="0" smtClean="0">
                <a:latin typeface="Consolas" panose="020B0609020204030204" pitchFamily="49" charset="0"/>
                <a:ea typeface="微软雅黑" pitchFamily="34" charset="-122"/>
              </a:rPr>
              <a:t>@_</a:t>
            </a:r>
            <a:r>
              <a:rPr lang="en-CA" sz="1100" dirty="0">
                <a:latin typeface="Consolas" panose="020B0609020204030204" pitchFamily="49" charset="0"/>
                <a:ea typeface="微软雅黑" pitchFamily="34" charset="-122"/>
              </a:rPr>
              <a:t>ZTV1D = </a:t>
            </a:r>
            <a:r>
              <a:rPr lang="en-CA" sz="1100" dirty="0" smtClean="0">
                <a:latin typeface="Consolas" panose="020B0609020204030204" pitchFamily="49" charset="0"/>
                <a:ea typeface="微软雅黑" pitchFamily="34" charset="-122"/>
              </a:rPr>
              <a:t>{ </a:t>
            </a:r>
            <a:r>
              <a:rPr lang="en-CA" sz="1100" dirty="0">
                <a:latin typeface="Consolas" panose="020B0609020204030204" pitchFamily="49" charset="0"/>
                <a:ea typeface="微软雅黑" pitchFamily="34" charset="-122"/>
              </a:rPr>
              <a:t>[4 x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null,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@_ZTI1D,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@_ZN1D1fEv,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@_ZN1D1hEv</a:t>
            </a:r>
            <a:r>
              <a:rPr lang="en-CA" sz="1100" dirty="0" smtClean="0">
                <a:latin typeface="Consolas" panose="020B0609020204030204" pitchFamily="49" charset="0"/>
                <a:ea typeface="微软雅黑" pitchFamily="34" charset="-122"/>
              </a:rPr>
              <a:t>],</a:t>
            </a:r>
          </a:p>
          <a:p>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a:t>
            </a:r>
            <a:r>
              <a:rPr lang="en-CA" sz="1100" dirty="0">
                <a:latin typeface="Consolas" panose="020B0609020204030204" pitchFamily="49" charset="0"/>
                <a:ea typeface="微软雅黑" pitchFamily="34" charset="-122"/>
              </a:rPr>
              <a:t>3 x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a:t>
            </a:r>
            <a:r>
              <a:rPr lang="en-CA" sz="1100" dirty="0" err="1" smtClean="0">
                <a:latin typeface="Consolas" panose="020B0609020204030204" pitchFamily="49" charset="0"/>
                <a:ea typeface="微软雅黑" pitchFamily="34" charset="-122"/>
              </a:rPr>
              <a:t>ptr</a:t>
            </a:r>
            <a:r>
              <a:rPr lang="en-CA" sz="1100" dirty="0" smtClean="0">
                <a:latin typeface="Consolas" panose="020B0609020204030204" pitchFamily="49" charset="0"/>
                <a:ea typeface="微软雅黑" pitchFamily="34" charset="-122"/>
              </a:rPr>
              <a:t> ... , </a:t>
            </a:r>
            <a:r>
              <a:rPr lang="en-CA" sz="1100" dirty="0" err="1" smtClean="0">
                <a:latin typeface="Consolas" panose="020B0609020204030204" pitchFamily="49" charset="0"/>
                <a:ea typeface="微软雅黑" pitchFamily="34" charset="-122"/>
              </a:rPr>
              <a:t>ptr</a:t>
            </a:r>
            <a:r>
              <a:rPr lang="en-CA" sz="1100" dirty="0" smtClean="0">
                <a:latin typeface="Consolas" panose="020B0609020204030204" pitchFamily="49" charset="0"/>
                <a:ea typeface="微软雅黑" pitchFamily="34" charset="-122"/>
              </a:rPr>
              <a:t> </a:t>
            </a:r>
            <a:r>
              <a:rPr lang="en-CA" sz="1100" dirty="0">
                <a:latin typeface="Consolas" panose="020B0609020204030204" pitchFamily="49" charset="0"/>
                <a:ea typeface="微软雅黑" pitchFamily="34" charset="-122"/>
              </a:rPr>
              <a:t>@_ZTI1D,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@_</a:t>
            </a:r>
            <a:r>
              <a:rPr lang="en-CA" sz="1100" dirty="0" smtClean="0">
                <a:latin typeface="Consolas" panose="020B0609020204030204" pitchFamily="49" charset="0"/>
                <a:ea typeface="微软雅黑" pitchFamily="34" charset="-122"/>
              </a:rPr>
              <a:t>ZThn8_N1D1hEv</a:t>
            </a:r>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 </a:t>
            </a:r>
            <a:r>
              <a:rPr lang="en-CA" sz="1100" dirty="0">
                <a:latin typeface="Consolas" panose="020B0609020204030204" pitchFamily="49" charset="0"/>
                <a:ea typeface="微软雅黑" pitchFamily="34" charset="-122"/>
              </a:rPr>
              <a:t>!type !0, !type </a:t>
            </a:r>
            <a:r>
              <a:rPr lang="en-CA" sz="1100" dirty="0" smtClean="0">
                <a:latin typeface="Consolas" panose="020B0609020204030204" pitchFamily="49" charset="0"/>
                <a:ea typeface="微软雅黑" pitchFamily="34" charset="-122"/>
              </a:rPr>
              <a:t>!3, </a:t>
            </a:r>
            <a:r>
              <a:rPr lang="en-CA" sz="1100" dirty="0">
                <a:latin typeface="Consolas" panose="020B0609020204030204" pitchFamily="49" charset="0"/>
                <a:ea typeface="微软雅黑" pitchFamily="34" charset="-122"/>
              </a:rPr>
              <a:t>!type </a:t>
            </a:r>
            <a:r>
              <a:rPr lang="en-CA" sz="1100" dirty="0" smtClean="0">
                <a:latin typeface="Consolas" panose="020B0609020204030204" pitchFamily="49" charset="0"/>
                <a:ea typeface="微软雅黑" pitchFamily="34" charset="-122"/>
              </a:rPr>
              <a:t>!4</a:t>
            </a:r>
            <a:endParaRPr lang="en-CA" sz="1100" dirty="0">
              <a:latin typeface="Consolas" panose="020B0609020204030204" pitchFamily="49" charset="0"/>
              <a:ea typeface="微软雅黑" pitchFamily="34" charset="-122"/>
            </a:endParaRPr>
          </a:p>
          <a:p>
            <a:endParaRPr lang="en-CA" sz="1100" dirty="0">
              <a:latin typeface="Consolas" panose="020B0609020204030204" pitchFamily="49" charset="0"/>
              <a:ea typeface="微软雅黑" pitchFamily="34" charset="-122"/>
            </a:endParaRPr>
          </a:p>
          <a:p>
            <a:r>
              <a:rPr lang="en-CA" sz="1100" dirty="0">
                <a:latin typeface="Consolas" panose="020B0609020204030204" pitchFamily="49" charset="0"/>
                <a:ea typeface="微软雅黑" pitchFamily="34" charset="-122"/>
              </a:rPr>
              <a:t>!0 = !{i64 16, !"_ZTS1A"}</a:t>
            </a:r>
          </a:p>
          <a:p>
            <a:r>
              <a:rPr lang="en-CA" sz="1100" dirty="0">
                <a:latin typeface="Consolas" panose="020B0609020204030204" pitchFamily="49" charset="0"/>
                <a:ea typeface="微软雅黑" pitchFamily="34" charset="-122"/>
              </a:rPr>
              <a:t>!1 = !{i64 16, !"_ZTS1B"}</a:t>
            </a:r>
          </a:p>
          <a:p>
            <a:r>
              <a:rPr lang="en-CA" sz="1100" dirty="0">
                <a:latin typeface="Consolas" panose="020B0609020204030204" pitchFamily="49" charset="0"/>
                <a:ea typeface="微软雅黑" pitchFamily="34" charset="-122"/>
              </a:rPr>
              <a:t>!2 = !{i64 16, !"_ZTS1C</a:t>
            </a:r>
            <a:r>
              <a:rPr lang="en-CA" sz="1100" dirty="0" smtClean="0">
                <a:latin typeface="Consolas" panose="020B0609020204030204" pitchFamily="49" charset="0"/>
                <a:ea typeface="微软雅黑" pitchFamily="34" charset="-122"/>
              </a:rPr>
              <a:t>"}</a:t>
            </a:r>
          </a:p>
          <a:p>
            <a:r>
              <a:rPr lang="en-CA" sz="1100" dirty="0" smtClean="0">
                <a:latin typeface="Consolas" panose="020B0609020204030204" pitchFamily="49" charset="0"/>
                <a:ea typeface="微软雅黑" pitchFamily="34" charset="-122"/>
              </a:rPr>
              <a:t>!3 </a:t>
            </a:r>
            <a:r>
              <a:rPr lang="en-CA" sz="1100" dirty="0">
                <a:latin typeface="Consolas" panose="020B0609020204030204" pitchFamily="49" charset="0"/>
                <a:ea typeface="微软雅黑" pitchFamily="34" charset="-122"/>
              </a:rPr>
              <a:t>= !{i64 16, !"_</a:t>
            </a:r>
            <a:r>
              <a:rPr lang="en-CA" sz="1100" dirty="0" smtClean="0">
                <a:latin typeface="Consolas" panose="020B0609020204030204" pitchFamily="49" charset="0"/>
                <a:ea typeface="微软雅黑" pitchFamily="34" charset="-122"/>
              </a:rPr>
              <a:t>ZTS1D"}</a:t>
            </a:r>
          </a:p>
          <a:p>
            <a:r>
              <a:rPr lang="en-CA" sz="1100" dirty="0" smtClean="0">
                <a:latin typeface="Consolas" panose="020B0609020204030204" pitchFamily="49" charset="0"/>
                <a:ea typeface="微软雅黑" pitchFamily="34" charset="-122"/>
              </a:rPr>
              <a:t>!4 </a:t>
            </a:r>
            <a:r>
              <a:rPr lang="en-CA" sz="1100" dirty="0">
                <a:latin typeface="Consolas" panose="020B0609020204030204" pitchFamily="49" charset="0"/>
                <a:ea typeface="微软雅黑" pitchFamily="34" charset="-122"/>
              </a:rPr>
              <a:t>= !{i64 </a:t>
            </a:r>
            <a:r>
              <a:rPr lang="en-CA" sz="1100" dirty="0" smtClean="0">
                <a:latin typeface="Consolas" panose="020B0609020204030204" pitchFamily="49" charset="0"/>
                <a:ea typeface="微软雅黑" pitchFamily="34" charset="-122"/>
              </a:rPr>
              <a:t>48, </a:t>
            </a:r>
            <a:r>
              <a:rPr lang="en-CA" sz="1100" dirty="0">
                <a:latin typeface="Consolas" panose="020B0609020204030204" pitchFamily="49" charset="0"/>
                <a:ea typeface="微软雅黑" pitchFamily="34" charset="-122"/>
              </a:rPr>
              <a:t>!"_ZTS1C</a:t>
            </a:r>
            <a:r>
              <a:rPr lang="en-CA" sz="1100" dirty="0" smtClean="0">
                <a:latin typeface="Consolas" panose="020B0609020204030204" pitchFamily="49" charset="0"/>
                <a:ea typeface="微软雅黑" pitchFamily="34" charset="-122"/>
              </a:rPr>
              <a:t>"}</a:t>
            </a:r>
            <a:endParaRPr lang="en-CA" sz="1100" dirty="0">
              <a:latin typeface="Consolas" panose="020B0609020204030204" pitchFamily="49" charset="0"/>
              <a:ea typeface="微软雅黑" pitchFamily="34" charset="-122"/>
            </a:endParaRPr>
          </a:p>
        </p:txBody>
      </p:sp>
    </p:spTree>
    <p:extLst>
      <p:ext uri="{BB962C8B-B14F-4D97-AF65-F5344CB8AC3E}">
        <p14:creationId xmlns:p14="http://schemas.microsoft.com/office/powerpoint/2010/main" val="18601370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817" y="0"/>
            <a:ext cx="11563514" cy="990600"/>
          </a:xfrm>
        </p:spPr>
        <p:txBody>
          <a:bodyPr/>
          <a:lstStyle/>
          <a:p>
            <a:r>
              <a:rPr lang="en-US" dirty="0" smtClean="0"/>
              <a:t>Whole-program </a:t>
            </a:r>
            <a:r>
              <a:rPr lang="en-US" dirty="0" err="1" smtClean="0"/>
              <a:t>devirtualization</a:t>
            </a:r>
            <a:r>
              <a:rPr lang="en-US" dirty="0" smtClean="0"/>
              <a:t> in LLVM</a:t>
            </a:r>
            <a:endParaRPr lang="en-US" dirty="0"/>
          </a:p>
        </p:txBody>
      </p:sp>
      <p:sp>
        <p:nvSpPr>
          <p:cNvPr id="3" name="Content Placeholder 2"/>
          <p:cNvSpPr>
            <a:spLocks noGrp="1"/>
          </p:cNvSpPr>
          <p:nvPr>
            <p:ph idx="1"/>
          </p:nvPr>
        </p:nvSpPr>
        <p:spPr>
          <a:xfrm>
            <a:off x="342817" y="916082"/>
            <a:ext cx="11563514" cy="4289751"/>
          </a:xfrm>
        </p:spPr>
        <p:txBody>
          <a:bodyPr/>
          <a:lstStyle/>
          <a:p>
            <a:r>
              <a:rPr lang="en-US" sz="1800" dirty="0" smtClean="0"/>
              <a:t>WPD checks for every pair (type info, </a:t>
            </a:r>
            <a:r>
              <a:rPr lang="en-US" sz="1800" dirty="0" err="1" smtClean="0"/>
              <a:t>vtable</a:t>
            </a:r>
            <a:r>
              <a:rPr lang="en-US" sz="1800" dirty="0" smtClean="0"/>
              <a:t> offset) whether all function pointers in </a:t>
            </a:r>
            <a:r>
              <a:rPr lang="en-US" sz="1800" b="1" dirty="0" smtClean="0"/>
              <a:t>compatible</a:t>
            </a:r>
            <a:r>
              <a:rPr lang="en-US" sz="1800" dirty="0" smtClean="0"/>
              <a:t> </a:t>
            </a:r>
            <a:r>
              <a:rPr lang="en-US" sz="1800" dirty="0" err="1" smtClean="0"/>
              <a:t>vtables</a:t>
            </a:r>
            <a:r>
              <a:rPr lang="en-US" sz="1800" dirty="0" smtClean="0"/>
              <a:t> are the same.</a:t>
            </a:r>
          </a:p>
          <a:p>
            <a:r>
              <a:rPr lang="en-US" sz="1800" dirty="0" smtClean="0"/>
              <a:t>If they are, we are safe to </a:t>
            </a:r>
            <a:r>
              <a:rPr lang="en-US" sz="1800" dirty="0" err="1" smtClean="0"/>
              <a:t>devirtualize</a:t>
            </a:r>
            <a:r>
              <a:rPr lang="en-US" sz="1800" dirty="0" smtClean="0"/>
              <a:t> all </a:t>
            </a:r>
            <a:r>
              <a:rPr lang="en-US" sz="1800" dirty="0" err="1" smtClean="0"/>
              <a:t>callsites</a:t>
            </a:r>
            <a:r>
              <a:rPr lang="en-US" sz="1800" dirty="0" smtClean="0"/>
              <a:t> corresponding to the considered type info and offset.</a:t>
            </a:r>
          </a:p>
          <a:p>
            <a:endParaRPr lang="en-US" sz="1800" dirty="0" smtClean="0"/>
          </a:p>
        </p:txBody>
      </p:sp>
      <p:grpSp>
        <p:nvGrpSpPr>
          <p:cNvPr id="9" name="Group 8"/>
          <p:cNvGrpSpPr/>
          <p:nvPr/>
        </p:nvGrpSpPr>
        <p:grpSpPr>
          <a:xfrm>
            <a:off x="2939008" y="4343400"/>
            <a:ext cx="3172505" cy="1600200"/>
            <a:chOff x="1765694" y="4191000"/>
            <a:chExt cx="3172505" cy="1600200"/>
          </a:xfrm>
        </p:grpSpPr>
        <p:sp>
          <p:nvSpPr>
            <p:cNvPr id="14" name="Oval 13"/>
            <p:cNvSpPr/>
            <p:nvPr/>
          </p:nvSpPr>
          <p:spPr bwMode="auto">
            <a:xfrm>
              <a:off x="2641994" y="4191000"/>
              <a:ext cx="685800" cy="685800"/>
            </a:xfrm>
            <a:prstGeom prst="ellipse">
              <a:avLst/>
            </a:prstGeom>
            <a:ln>
              <a:headEnd/>
              <a:tailEnd/>
            </a:ln>
          </p:spPr>
          <p:style>
            <a:lnRef idx="2">
              <a:schemeClr val="accent4"/>
            </a:lnRef>
            <a:fillRef idx="1">
              <a:schemeClr val="lt1"/>
            </a:fillRef>
            <a:effectRef idx="0">
              <a:schemeClr val="accent4"/>
            </a:effectRef>
            <a:fontRef idx="minor">
              <a:schemeClr val="dk1"/>
            </a:fontRef>
          </p:style>
          <p:txBody>
            <a:bodyPr wrap="none" lIns="87706" tIns="43850" rIns="87706" bIns="43850" rtlCol="0" anchor="ctr">
              <a:noAutofit/>
            </a:bodyPr>
            <a:lstStyle/>
            <a:p>
              <a:pPr algn="ctr" defTabSz="877315" eaLnBrk="0" hangingPunct="0"/>
              <a:r>
                <a:rPr lang="en-US" sz="2800" dirty="0">
                  <a:ln w="0"/>
                  <a:solidFill>
                    <a:schemeClr val="tx1"/>
                  </a:solidFill>
                  <a:effectLst>
                    <a:outerShdw blurRad="38100" dist="19050" dir="2700000" algn="tl" rotWithShape="0">
                      <a:schemeClr val="dk1">
                        <a:alpha val="40000"/>
                      </a:schemeClr>
                    </a:outerShdw>
                  </a:effectLst>
                  <a:latin typeface="Trebuchet MS" panose="020B0603020202020204" pitchFamily="34" charset="0"/>
                  <a:ea typeface="ＭＳ Ｐゴシック" pitchFamily="34" charset="-128"/>
                </a:rPr>
                <a:t>A</a:t>
              </a:r>
              <a:endParaRPr lang="en-CA" sz="2800" dirty="0" err="1" smtClean="0">
                <a:ln w="0"/>
                <a:solidFill>
                  <a:schemeClr val="tx1"/>
                </a:solidFill>
                <a:effectLst>
                  <a:outerShdw blurRad="38100" dist="19050" dir="2700000" algn="tl" rotWithShape="0">
                    <a:schemeClr val="dk1">
                      <a:alpha val="40000"/>
                    </a:schemeClr>
                  </a:outerShdw>
                </a:effectLst>
                <a:latin typeface="Trebuchet MS" panose="020B0603020202020204" pitchFamily="34" charset="0"/>
                <a:ea typeface="ＭＳ Ｐゴシック" pitchFamily="34" charset="-128"/>
              </a:endParaRPr>
            </a:p>
          </p:txBody>
        </p:sp>
        <p:sp>
          <p:nvSpPr>
            <p:cNvPr id="18" name="Oval 17"/>
            <p:cNvSpPr/>
            <p:nvPr/>
          </p:nvSpPr>
          <p:spPr bwMode="auto">
            <a:xfrm>
              <a:off x="1765694" y="5105400"/>
              <a:ext cx="685800" cy="685800"/>
            </a:xfrm>
            <a:prstGeom prst="ellipse">
              <a:avLst/>
            </a:prstGeom>
            <a:ln>
              <a:headEnd/>
              <a:tailEnd/>
            </a:ln>
          </p:spPr>
          <p:style>
            <a:lnRef idx="2">
              <a:schemeClr val="accent4"/>
            </a:lnRef>
            <a:fillRef idx="1">
              <a:schemeClr val="lt1"/>
            </a:fillRef>
            <a:effectRef idx="0">
              <a:schemeClr val="accent4"/>
            </a:effectRef>
            <a:fontRef idx="minor">
              <a:schemeClr val="dk1"/>
            </a:fontRef>
          </p:style>
          <p:txBody>
            <a:bodyPr wrap="none" lIns="87706" tIns="43850" rIns="87706" bIns="43850" rtlCol="0" anchor="ctr">
              <a:noAutofit/>
            </a:bodyPr>
            <a:lstStyle/>
            <a:p>
              <a:pPr algn="ctr" defTabSz="877315" eaLnBrk="0" hangingPunct="0"/>
              <a:r>
                <a:rPr lang="en-US" sz="2800" dirty="0" smtClean="0">
                  <a:ln w="0"/>
                  <a:solidFill>
                    <a:srgbClr val="000000"/>
                  </a:solidFill>
                  <a:effectLst>
                    <a:outerShdw blurRad="38100" dist="19050" dir="2700000" algn="tl" rotWithShape="0">
                      <a:srgbClr val="000000">
                        <a:alpha val="40000"/>
                      </a:srgbClr>
                    </a:outerShdw>
                  </a:effectLst>
                  <a:latin typeface="Trebuchet MS" panose="020B0603020202020204" pitchFamily="34" charset="0"/>
                  <a:ea typeface="ＭＳ Ｐゴシック" pitchFamily="34" charset="-128"/>
                </a:rPr>
                <a:t>B</a:t>
              </a:r>
              <a:endParaRPr lang="en-CA" sz="1200" dirty="0" err="1" smtClean="0">
                <a:solidFill>
                  <a:srgbClr val="000000"/>
                </a:solidFill>
                <a:latin typeface="Trebuchet MS" panose="020B0603020202020204" pitchFamily="34" charset="0"/>
                <a:ea typeface="ＭＳ Ｐゴシック" pitchFamily="34" charset="-128"/>
              </a:endParaRPr>
            </a:p>
          </p:txBody>
        </p:sp>
        <p:sp>
          <p:nvSpPr>
            <p:cNvPr id="19" name="Oval 18"/>
            <p:cNvSpPr/>
            <p:nvPr/>
          </p:nvSpPr>
          <p:spPr bwMode="auto">
            <a:xfrm>
              <a:off x="3518294" y="5105400"/>
              <a:ext cx="685800" cy="685800"/>
            </a:xfrm>
            <a:prstGeom prst="ellipse">
              <a:avLst/>
            </a:prstGeom>
            <a:ln>
              <a:headEnd/>
              <a:tailEnd/>
            </a:ln>
          </p:spPr>
          <p:style>
            <a:lnRef idx="2">
              <a:schemeClr val="accent4"/>
            </a:lnRef>
            <a:fillRef idx="1">
              <a:schemeClr val="lt1"/>
            </a:fillRef>
            <a:effectRef idx="0">
              <a:schemeClr val="accent4"/>
            </a:effectRef>
            <a:fontRef idx="minor">
              <a:schemeClr val="dk1"/>
            </a:fontRef>
          </p:style>
          <p:txBody>
            <a:bodyPr wrap="none" lIns="87706" tIns="43850" rIns="87706" bIns="43850" rtlCol="0" anchor="ctr">
              <a:noAutofit/>
            </a:bodyPr>
            <a:lstStyle/>
            <a:p>
              <a:pPr algn="ctr" defTabSz="877315" eaLnBrk="0" hangingPunct="0"/>
              <a:r>
                <a:rPr lang="en-US" sz="2800" dirty="0" smtClean="0">
                  <a:ln w="0"/>
                  <a:solidFill>
                    <a:srgbClr val="000000"/>
                  </a:solidFill>
                  <a:effectLst>
                    <a:outerShdw blurRad="38100" dist="19050" dir="2700000" algn="tl" rotWithShape="0">
                      <a:srgbClr val="000000">
                        <a:alpha val="40000"/>
                      </a:srgbClr>
                    </a:outerShdw>
                  </a:effectLst>
                  <a:latin typeface="Trebuchet MS" panose="020B0603020202020204" pitchFamily="34" charset="0"/>
                  <a:ea typeface="ＭＳ Ｐゴシック" pitchFamily="34" charset="-128"/>
                </a:rPr>
                <a:t>C</a:t>
              </a:r>
              <a:endParaRPr lang="en-CA" sz="1200" dirty="0" err="1" smtClean="0">
                <a:solidFill>
                  <a:srgbClr val="000000"/>
                </a:solidFill>
                <a:latin typeface="Trebuchet MS" panose="020B0603020202020204" pitchFamily="34" charset="0"/>
                <a:ea typeface="ＭＳ Ｐゴシック" pitchFamily="34" charset="-128"/>
              </a:endParaRPr>
            </a:p>
          </p:txBody>
        </p:sp>
        <p:cxnSp>
          <p:nvCxnSpPr>
            <p:cNvPr id="20" name="Straight Arrow Connector 19"/>
            <p:cNvCxnSpPr>
              <a:stCxn id="14" idx="3"/>
              <a:endCxn id="18" idx="7"/>
            </p:cNvCxnSpPr>
            <p:nvPr/>
          </p:nvCxnSpPr>
          <p:spPr bwMode="auto">
            <a:xfrm flipH="1">
              <a:off x="2351061" y="4776367"/>
              <a:ext cx="391366" cy="429466"/>
            </a:xfrm>
            <a:prstGeom prst="straightConnector1">
              <a:avLst/>
            </a:prstGeom>
            <a:noFill/>
            <a:ln w="19050" cap="flat" cmpd="sng" algn="ctr">
              <a:solidFill>
                <a:schemeClr val="tx1"/>
              </a:solidFill>
              <a:prstDash val="solid"/>
              <a:round/>
              <a:headEnd type="none" w="med" len="med"/>
              <a:tailEnd type="triangle"/>
            </a:ln>
            <a:effectLst/>
          </p:spPr>
        </p:cxnSp>
        <p:cxnSp>
          <p:nvCxnSpPr>
            <p:cNvPr id="21" name="Straight Arrow Connector 20"/>
            <p:cNvCxnSpPr>
              <a:endCxn id="19" idx="1"/>
            </p:cNvCxnSpPr>
            <p:nvPr/>
          </p:nvCxnSpPr>
          <p:spPr bwMode="auto">
            <a:xfrm>
              <a:off x="3251677" y="4776367"/>
              <a:ext cx="367050" cy="429466"/>
            </a:xfrm>
            <a:prstGeom prst="straightConnector1">
              <a:avLst/>
            </a:prstGeom>
            <a:noFill/>
            <a:ln w="19050" cap="flat" cmpd="sng" algn="ctr">
              <a:solidFill>
                <a:schemeClr val="tx1"/>
              </a:solidFill>
              <a:prstDash val="solid"/>
              <a:round/>
              <a:headEnd type="none" w="med" len="med"/>
              <a:tailEnd type="triangle"/>
            </a:ln>
            <a:effectLst/>
          </p:spPr>
        </p:cxnSp>
        <p:sp>
          <p:nvSpPr>
            <p:cNvPr id="22" name="TextBox 21"/>
            <p:cNvSpPr txBox="1"/>
            <p:nvPr/>
          </p:nvSpPr>
          <p:spPr>
            <a:xfrm>
              <a:off x="3345483" y="4353725"/>
              <a:ext cx="782411" cy="276999"/>
            </a:xfrm>
            <a:prstGeom prst="rect">
              <a:avLst/>
            </a:prstGeom>
            <a:noFill/>
          </p:spPr>
          <p:txBody>
            <a:bodyPr wrap="square" rtlCol="0">
              <a:spAutoFit/>
            </a:bodyPr>
            <a:lstStyle/>
            <a:p>
              <a:r>
                <a:rPr lang="en-US" sz="1200" dirty="0" smtClean="0">
                  <a:latin typeface="Trebuchet MS" panose="020B0603020202020204" pitchFamily="34" charset="0"/>
                  <a:ea typeface="微软雅黑" pitchFamily="34" charset="-122"/>
                </a:rPr>
                <a:t>A::foo()</a:t>
              </a:r>
              <a:endParaRPr lang="en-CA" sz="1200" dirty="0" smtClean="0">
                <a:latin typeface="Trebuchet MS" panose="020B0603020202020204" pitchFamily="34" charset="0"/>
                <a:ea typeface="微软雅黑" pitchFamily="34" charset="-122"/>
              </a:endParaRPr>
            </a:p>
          </p:txBody>
        </p:sp>
        <p:sp>
          <p:nvSpPr>
            <p:cNvPr id="23" name="TextBox 22"/>
            <p:cNvSpPr txBox="1"/>
            <p:nvPr/>
          </p:nvSpPr>
          <p:spPr>
            <a:xfrm>
              <a:off x="2403188" y="5303627"/>
              <a:ext cx="782411" cy="276999"/>
            </a:xfrm>
            <a:prstGeom prst="rect">
              <a:avLst/>
            </a:prstGeom>
            <a:noFill/>
          </p:spPr>
          <p:txBody>
            <a:bodyPr wrap="square" rtlCol="0">
              <a:spAutoFit/>
            </a:bodyPr>
            <a:lstStyle/>
            <a:p>
              <a:r>
                <a:rPr lang="en-US" sz="1200" dirty="0" smtClean="0">
                  <a:latin typeface="Trebuchet MS" panose="020B0603020202020204" pitchFamily="34" charset="0"/>
                  <a:ea typeface="微软雅黑" pitchFamily="34" charset="-122"/>
                </a:rPr>
                <a:t>A::foo()</a:t>
              </a:r>
              <a:endParaRPr lang="en-CA" sz="1200" dirty="0" smtClean="0">
                <a:latin typeface="Trebuchet MS" panose="020B0603020202020204" pitchFamily="34" charset="0"/>
                <a:ea typeface="微软雅黑" pitchFamily="34" charset="-122"/>
              </a:endParaRPr>
            </a:p>
          </p:txBody>
        </p:sp>
        <p:sp>
          <p:nvSpPr>
            <p:cNvPr id="24" name="TextBox 23"/>
            <p:cNvSpPr txBox="1"/>
            <p:nvPr/>
          </p:nvSpPr>
          <p:spPr>
            <a:xfrm>
              <a:off x="4155788" y="5303627"/>
              <a:ext cx="782411" cy="276999"/>
            </a:xfrm>
            <a:prstGeom prst="rect">
              <a:avLst/>
            </a:prstGeom>
            <a:noFill/>
          </p:spPr>
          <p:txBody>
            <a:bodyPr wrap="square" rtlCol="0">
              <a:spAutoFit/>
            </a:bodyPr>
            <a:lstStyle/>
            <a:p>
              <a:r>
                <a:rPr lang="en-US" sz="1200" dirty="0" smtClean="0">
                  <a:latin typeface="Trebuchet MS" panose="020B0603020202020204" pitchFamily="34" charset="0"/>
                  <a:ea typeface="微软雅黑" pitchFamily="34" charset="-122"/>
                </a:rPr>
                <a:t>A::foo()</a:t>
              </a:r>
              <a:endParaRPr lang="en-CA" sz="1200" dirty="0" smtClean="0">
                <a:latin typeface="Trebuchet MS" panose="020B0603020202020204" pitchFamily="34" charset="0"/>
                <a:ea typeface="微软雅黑" pitchFamily="34" charset="-122"/>
              </a:endParaRPr>
            </a:p>
          </p:txBody>
        </p:sp>
        <p:sp>
          <p:nvSpPr>
            <p:cNvPr id="33" name="Rectangle 32"/>
            <p:cNvSpPr/>
            <p:nvPr/>
          </p:nvSpPr>
          <p:spPr>
            <a:xfrm>
              <a:off x="2190455" y="4263483"/>
              <a:ext cx="506870" cy="584775"/>
            </a:xfrm>
            <a:prstGeom prst="rect">
              <a:avLst/>
            </a:prstGeom>
          </p:spPr>
          <p:txBody>
            <a:bodyPr wrap="none">
              <a:spAutoFit/>
            </a:bodyPr>
            <a:lstStyle/>
            <a:p>
              <a:r>
                <a:rPr lang="en-US" sz="3200" dirty="0">
                  <a:solidFill>
                    <a:srgbClr val="92D050"/>
                  </a:solidFill>
                  <a:sym typeface="Wingdings" panose="05000000000000000000" pitchFamily="2" charset="2"/>
                </a:rPr>
                <a:t></a:t>
              </a:r>
              <a:endParaRPr lang="en-CA" sz="3200" dirty="0">
                <a:solidFill>
                  <a:srgbClr val="92D050"/>
                </a:solidFill>
              </a:endParaRPr>
            </a:p>
          </p:txBody>
        </p:sp>
      </p:grpSp>
      <p:grpSp>
        <p:nvGrpSpPr>
          <p:cNvPr id="8" name="Group 7"/>
          <p:cNvGrpSpPr/>
          <p:nvPr/>
        </p:nvGrpSpPr>
        <p:grpSpPr>
          <a:xfrm>
            <a:off x="5949761" y="4345452"/>
            <a:ext cx="3605633" cy="1600200"/>
            <a:chOff x="6877817" y="4215280"/>
            <a:chExt cx="3605633" cy="1600200"/>
          </a:xfrm>
        </p:grpSpPr>
        <p:sp>
          <p:nvSpPr>
            <p:cNvPr id="25" name="Oval 24"/>
            <p:cNvSpPr/>
            <p:nvPr/>
          </p:nvSpPr>
          <p:spPr bwMode="auto">
            <a:xfrm>
              <a:off x="8187245" y="4215280"/>
              <a:ext cx="685800" cy="685800"/>
            </a:xfrm>
            <a:prstGeom prst="ellipse">
              <a:avLst/>
            </a:prstGeom>
            <a:ln>
              <a:headEnd/>
              <a:tailEnd/>
            </a:ln>
          </p:spPr>
          <p:style>
            <a:lnRef idx="2">
              <a:schemeClr val="accent4"/>
            </a:lnRef>
            <a:fillRef idx="1">
              <a:schemeClr val="lt1"/>
            </a:fillRef>
            <a:effectRef idx="0">
              <a:schemeClr val="accent4"/>
            </a:effectRef>
            <a:fontRef idx="minor">
              <a:schemeClr val="dk1"/>
            </a:fontRef>
          </p:style>
          <p:txBody>
            <a:bodyPr wrap="none" lIns="87706" tIns="43850" rIns="87706" bIns="43850" rtlCol="0" anchor="ctr">
              <a:noAutofit/>
            </a:bodyPr>
            <a:lstStyle/>
            <a:p>
              <a:pPr algn="ctr" defTabSz="877315" eaLnBrk="0" hangingPunct="0"/>
              <a:r>
                <a:rPr lang="en-US" sz="2800" dirty="0">
                  <a:ln w="0"/>
                  <a:solidFill>
                    <a:schemeClr val="tx1"/>
                  </a:solidFill>
                  <a:effectLst>
                    <a:outerShdw blurRad="38100" dist="19050" dir="2700000" algn="tl" rotWithShape="0">
                      <a:schemeClr val="dk1">
                        <a:alpha val="40000"/>
                      </a:schemeClr>
                    </a:outerShdw>
                  </a:effectLst>
                  <a:latin typeface="Trebuchet MS" panose="020B0603020202020204" pitchFamily="34" charset="0"/>
                  <a:ea typeface="ＭＳ Ｐゴシック" pitchFamily="34" charset="-128"/>
                </a:rPr>
                <a:t>A</a:t>
              </a:r>
              <a:endParaRPr lang="en-CA" sz="2800" dirty="0" err="1" smtClean="0">
                <a:ln w="0"/>
                <a:solidFill>
                  <a:schemeClr val="tx1"/>
                </a:solidFill>
                <a:effectLst>
                  <a:outerShdw blurRad="38100" dist="19050" dir="2700000" algn="tl" rotWithShape="0">
                    <a:schemeClr val="dk1">
                      <a:alpha val="40000"/>
                    </a:schemeClr>
                  </a:outerShdw>
                </a:effectLst>
                <a:latin typeface="Trebuchet MS" panose="020B0603020202020204" pitchFamily="34" charset="0"/>
                <a:ea typeface="ＭＳ Ｐゴシック" pitchFamily="34" charset="-128"/>
              </a:endParaRPr>
            </a:p>
          </p:txBody>
        </p:sp>
        <p:grpSp>
          <p:nvGrpSpPr>
            <p:cNvPr id="37" name="Group 36"/>
            <p:cNvGrpSpPr/>
            <p:nvPr/>
          </p:nvGrpSpPr>
          <p:grpSpPr>
            <a:xfrm>
              <a:off x="6877817" y="4240418"/>
              <a:ext cx="3605633" cy="1575062"/>
              <a:chOff x="6877817" y="4240418"/>
              <a:chExt cx="3605633" cy="1575062"/>
            </a:xfrm>
          </p:grpSpPr>
          <p:sp>
            <p:nvSpPr>
              <p:cNvPr id="26" name="Oval 25"/>
              <p:cNvSpPr/>
              <p:nvPr/>
            </p:nvSpPr>
            <p:spPr bwMode="auto">
              <a:xfrm>
                <a:off x="7310945" y="5129680"/>
                <a:ext cx="685800" cy="685800"/>
              </a:xfrm>
              <a:prstGeom prst="ellipse">
                <a:avLst/>
              </a:prstGeom>
              <a:ln>
                <a:headEnd/>
                <a:tailEnd/>
              </a:ln>
            </p:spPr>
            <p:style>
              <a:lnRef idx="2">
                <a:schemeClr val="accent4"/>
              </a:lnRef>
              <a:fillRef idx="1">
                <a:schemeClr val="lt1"/>
              </a:fillRef>
              <a:effectRef idx="0">
                <a:schemeClr val="accent4"/>
              </a:effectRef>
              <a:fontRef idx="minor">
                <a:schemeClr val="dk1"/>
              </a:fontRef>
            </p:style>
            <p:txBody>
              <a:bodyPr wrap="none" lIns="87706" tIns="43850" rIns="87706" bIns="43850" rtlCol="0" anchor="ctr">
                <a:noAutofit/>
              </a:bodyPr>
              <a:lstStyle/>
              <a:p>
                <a:pPr algn="ctr" defTabSz="877315" eaLnBrk="0" hangingPunct="0"/>
                <a:r>
                  <a:rPr lang="en-US" sz="2800" dirty="0" smtClean="0">
                    <a:ln w="0"/>
                    <a:solidFill>
                      <a:srgbClr val="000000"/>
                    </a:solidFill>
                    <a:effectLst>
                      <a:outerShdw blurRad="38100" dist="19050" dir="2700000" algn="tl" rotWithShape="0">
                        <a:srgbClr val="000000">
                          <a:alpha val="40000"/>
                        </a:srgbClr>
                      </a:outerShdw>
                    </a:effectLst>
                    <a:latin typeface="Trebuchet MS" panose="020B0603020202020204" pitchFamily="34" charset="0"/>
                    <a:ea typeface="ＭＳ Ｐゴシック" pitchFamily="34" charset="-128"/>
                  </a:rPr>
                  <a:t>B</a:t>
                </a:r>
                <a:endParaRPr lang="en-CA" sz="1200" dirty="0" err="1" smtClean="0">
                  <a:solidFill>
                    <a:srgbClr val="000000"/>
                  </a:solidFill>
                  <a:latin typeface="Trebuchet MS" panose="020B0603020202020204" pitchFamily="34" charset="0"/>
                  <a:ea typeface="ＭＳ Ｐゴシック" pitchFamily="34" charset="-128"/>
                </a:endParaRPr>
              </a:p>
            </p:txBody>
          </p:sp>
          <p:sp>
            <p:nvSpPr>
              <p:cNvPr id="27" name="Oval 26"/>
              <p:cNvSpPr/>
              <p:nvPr/>
            </p:nvSpPr>
            <p:spPr bwMode="auto">
              <a:xfrm>
                <a:off x="9063545" y="5129680"/>
                <a:ext cx="685800" cy="685800"/>
              </a:xfrm>
              <a:prstGeom prst="ellipse">
                <a:avLst/>
              </a:prstGeom>
              <a:ln>
                <a:headEnd/>
                <a:tailEnd/>
              </a:ln>
            </p:spPr>
            <p:style>
              <a:lnRef idx="2">
                <a:schemeClr val="accent4"/>
              </a:lnRef>
              <a:fillRef idx="1">
                <a:schemeClr val="lt1"/>
              </a:fillRef>
              <a:effectRef idx="0">
                <a:schemeClr val="accent4"/>
              </a:effectRef>
              <a:fontRef idx="minor">
                <a:schemeClr val="dk1"/>
              </a:fontRef>
            </p:style>
            <p:txBody>
              <a:bodyPr wrap="none" lIns="87706" tIns="43850" rIns="87706" bIns="43850" rtlCol="0" anchor="ctr">
                <a:noAutofit/>
              </a:bodyPr>
              <a:lstStyle/>
              <a:p>
                <a:pPr algn="ctr" defTabSz="877315" eaLnBrk="0" hangingPunct="0"/>
                <a:r>
                  <a:rPr lang="en-US" sz="2800" dirty="0" smtClean="0">
                    <a:ln w="0"/>
                    <a:solidFill>
                      <a:srgbClr val="000000"/>
                    </a:solidFill>
                    <a:effectLst>
                      <a:outerShdw blurRad="38100" dist="19050" dir="2700000" algn="tl" rotWithShape="0">
                        <a:srgbClr val="000000">
                          <a:alpha val="40000"/>
                        </a:srgbClr>
                      </a:outerShdw>
                    </a:effectLst>
                    <a:latin typeface="Trebuchet MS" panose="020B0603020202020204" pitchFamily="34" charset="0"/>
                    <a:ea typeface="ＭＳ Ｐゴシック" pitchFamily="34" charset="-128"/>
                  </a:rPr>
                  <a:t>C</a:t>
                </a:r>
                <a:endParaRPr lang="en-CA" sz="1200" dirty="0" err="1" smtClean="0">
                  <a:solidFill>
                    <a:srgbClr val="000000"/>
                  </a:solidFill>
                  <a:latin typeface="Trebuchet MS" panose="020B0603020202020204" pitchFamily="34" charset="0"/>
                  <a:ea typeface="ＭＳ Ｐゴシック" pitchFamily="34" charset="-128"/>
                </a:endParaRPr>
              </a:p>
            </p:txBody>
          </p:sp>
          <p:cxnSp>
            <p:nvCxnSpPr>
              <p:cNvPr id="28" name="Straight Arrow Connector 27"/>
              <p:cNvCxnSpPr>
                <a:stCxn id="25" idx="3"/>
                <a:endCxn id="26" idx="7"/>
              </p:cNvCxnSpPr>
              <p:nvPr/>
            </p:nvCxnSpPr>
            <p:spPr bwMode="auto">
              <a:xfrm flipH="1">
                <a:off x="7896312" y="4800647"/>
                <a:ext cx="391366" cy="429466"/>
              </a:xfrm>
              <a:prstGeom prst="straightConnector1">
                <a:avLst/>
              </a:prstGeom>
              <a:noFill/>
              <a:ln w="19050" cap="flat" cmpd="sng" algn="ctr">
                <a:solidFill>
                  <a:schemeClr val="tx1"/>
                </a:solidFill>
                <a:prstDash val="solid"/>
                <a:round/>
                <a:headEnd type="none" w="med" len="med"/>
                <a:tailEnd type="triangle"/>
              </a:ln>
              <a:effectLst/>
            </p:spPr>
          </p:cxnSp>
          <p:cxnSp>
            <p:nvCxnSpPr>
              <p:cNvPr id="29" name="Straight Arrow Connector 28"/>
              <p:cNvCxnSpPr>
                <a:endCxn id="27" idx="1"/>
              </p:cNvCxnSpPr>
              <p:nvPr/>
            </p:nvCxnSpPr>
            <p:spPr bwMode="auto">
              <a:xfrm>
                <a:off x="8796928" y="4800647"/>
                <a:ext cx="367050" cy="429466"/>
              </a:xfrm>
              <a:prstGeom prst="straightConnector1">
                <a:avLst/>
              </a:prstGeom>
              <a:noFill/>
              <a:ln w="19050" cap="flat" cmpd="sng" algn="ctr">
                <a:solidFill>
                  <a:schemeClr val="tx1"/>
                </a:solidFill>
                <a:prstDash val="solid"/>
                <a:round/>
                <a:headEnd type="none" w="med" len="med"/>
                <a:tailEnd type="triangle"/>
              </a:ln>
              <a:effectLst/>
            </p:spPr>
          </p:cxnSp>
          <p:sp>
            <p:nvSpPr>
              <p:cNvPr id="30" name="TextBox 29"/>
              <p:cNvSpPr txBox="1"/>
              <p:nvPr/>
            </p:nvSpPr>
            <p:spPr>
              <a:xfrm>
                <a:off x="8890734" y="4378005"/>
                <a:ext cx="782411" cy="276999"/>
              </a:xfrm>
              <a:prstGeom prst="rect">
                <a:avLst/>
              </a:prstGeom>
              <a:noFill/>
            </p:spPr>
            <p:txBody>
              <a:bodyPr wrap="square" rtlCol="0">
                <a:spAutoFit/>
              </a:bodyPr>
              <a:lstStyle/>
              <a:p>
                <a:r>
                  <a:rPr lang="en-US" sz="1200" dirty="0" smtClean="0">
                    <a:latin typeface="Trebuchet MS" panose="020B0603020202020204" pitchFamily="34" charset="0"/>
                    <a:ea typeface="微软雅黑" pitchFamily="34" charset="-122"/>
                  </a:rPr>
                  <a:t>A::foo()</a:t>
                </a:r>
                <a:endParaRPr lang="en-CA" sz="1200" dirty="0" smtClean="0">
                  <a:latin typeface="Trebuchet MS" panose="020B0603020202020204" pitchFamily="34" charset="0"/>
                  <a:ea typeface="微软雅黑" pitchFamily="34" charset="-122"/>
                </a:endParaRPr>
              </a:p>
            </p:txBody>
          </p:sp>
          <p:sp>
            <p:nvSpPr>
              <p:cNvPr id="31" name="TextBox 30"/>
              <p:cNvSpPr txBox="1"/>
              <p:nvPr/>
            </p:nvSpPr>
            <p:spPr>
              <a:xfrm>
                <a:off x="7938234" y="5334080"/>
                <a:ext cx="782411" cy="276999"/>
              </a:xfrm>
              <a:prstGeom prst="rect">
                <a:avLst/>
              </a:prstGeom>
              <a:noFill/>
            </p:spPr>
            <p:txBody>
              <a:bodyPr wrap="square" rtlCol="0">
                <a:spAutoFit/>
              </a:bodyPr>
              <a:lstStyle/>
              <a:p>
                <a:r>
                  <a:rPr lang="en-US" sz="1200" dirty="0">
                    <a:latin typeface="Trebuchet MS" panose="020B0603020202020204" pitchFamily="34" charset="0"/>
                    <a:ea typeface="微软雅黑" pitchFamily="34" charset="-122"/>
                  </a:rPr>
                  <a:t>B</a:t>
                </a:r>
                <a:r>
                  <a:rPr lang="en-US" sz="1200" dirty="0" smtClean="0">
                    <a:latin typeface="Trebuchet MS" panose="020B0603020202020204" pitchFamily="34" charset="0"/>
                    <a:ea typeface="微软雅黑" pitchFamily="34" charset="-122"/>
                  </a:rPr>
                  <a:t>::foo()</a:t>
                </a:r>
                <a:endParaRPr lang="en-CA" sz="1200" dirty="0" smtClean="0">
                  <a:latin typeface="Trebuchet MS" panose="020B0603020202020204" pitchFamily="34" charset="0"/>
                  <a:ea typeface="微软雅黑" pitchFamily="34" charset="-122"/>
                </a:endParaRPr>
              </a:p>
            </p:txBody>
          </p:sp>
          <p:sp>
            <p:nvSpPr>
              <p:cNvPr id="32" name="TextBox 31"/>
              <p:cNvSpPr txBox="1"/>
              <p:nvPr/>
            </p:nvSpPr>
            <p:spPr>
              <a:xfrm>
                <a:off x="9701039" y="5334080"/>
                <a:ext cx="782411" cy="276999"/>
              </a:xfrm>
              <a:prstGeom prst="rect">
                <a:avLst/>
              </a:prstGeom>
              <a:noFill/>
            </p:spPr>
            <p:txBody>
              <a:bodyPr wrap="square" rtlCol="0">
                <a:spAutoFit/>
              </a:bodyPr>
              <a:lstStyle/>
              <a:p>
                <a:r>
                  <a:rPr lang="en-US" sz="1200" dirty="0">
                    <a:latin typeface="Trebuchet MS" panose="020B0603020202020204" pitchFamily="34" charset="0"/>
                    <a:ea typeface="微软雅黑" pitchFamily="34" charset="-122"/>
                  </a:rPr>
                  <a:t>C</a:t>
                </a:r>
                <a:r>
                  <a:rPr lang="en-US" sz="1200" dirty="0" smtClean="0">
                    <a:latin typeface="Trebuchet MS" panose="020B0603020202020204" pitchFamily="34" charset="0"/>
                    <a:ea typeface="微软雅黑" pitchFamily="34" charset="-122"/>
                  </a:rPr>
                  <a:t>::foo()</a:t>
                </a:r>
                <a:endParaRPr lang="en-CA" sz="1200" dirty="0" smtClean="0">
                  <a:latin typeface="Trebuchet MS" panose="020B0603020202020204" pitchFamily="34" charset="0"/>
                  <a:ea typeface="微软雅黑" pitchFamily="34" charset="-122"/>
                </a:endParaRPr>
              </a:p>
            </p:txBody>
          </p:sp>
          <p:sp>
            <p:nvSpPr>
              <p:cNvPr id="34" name="Rectangle 33"/>
              <p:cNvSpPr/>
              <p:nvPr/>
            </p:nvSpPr>
            <p:spPr>
              <a:xfrm>
                <a:off x="7794357" y="4240418"/>
                <a:ext cx="445956" cy="584775"/>
              </a:xfrm>
              <a:prstGeom prst="rect">
                <a:avLst/>
              </a:prstGeom>
            </p:spPr>
            <p:txBody>
              <a:bodyPr wrap="none">
                <a:spAutoFit/>
              </a:bodyPr>
              <a:lstStyle/>
              <a:p>
                <a:r>
                  <a:rPr lang="en-US" sz="3200" dirty="0">
                    <a:solidFill>
                      <a:srgbClr val="FF0000"/>
                    </a:solidFill>
                    <a:sym typeface="Wingdings" panose="05000000000000000000" pitchFamily="2" charset="2"/>
                  </a:rPr>
                  <a:t></a:t>
                </a:r>
                <a:endParaRPr lang="en-US" sz="3200" dirty="0">
                  <a:solidFill>
                    <a:srgbClr val="FF0000"/>
                  </a:solidFill>
                </a:endParaRPr>
              </a:p>
            </p:txBody>
          </p:sp>
          <p:sp>
            <p:nvSpPr>
              <p:cNvPr id="35" name="Rectangle 34"/>
              <p:cNvSpPr/>
              <p:nvPr/>
            </p:nvSpPr>
            <p:spPr>
              <a:xfrm>
                <a:off x="8637299" y="5230705"/>
                <a:ext cx="506870" cy="584775"/>
              </a:xfrm>
              <a:prstGeom prst="rect">
                <a:avLst/>
              </a:prstGeom>
            </p:spPr>
            <p:txBody>
              <a:bodyPr wrap="none">
                <a:spAutoFit/>
              </a:bodyPr>
              <a:lstStyle/>
              <a:p>
                <a:r>
                  <a:rPr lang="en-US" sz="3200" dirty="0">
                    <a:solidFill>
                      <a:srgbClr val="92D050"/>
                    </a:solidFill>
                    <a:sym typeface="Wingdings" panose="05000000000000000000" pitchFamily="2" charset="2"/>
                  </a:rPr>
                  <a:t></a:t>
                </a:r>
                <a:endParaRPr lang="en-CA" sz="3200" dirty="0">
                  <a:solidFill>
                    <a:srgbClr val="92D050"/>
                  </a:solidFill>
                </a:endParaRPr>
              </a:p>
            </p:txBody>
          </p:sp>
          <p:sp>
            <p:nvSpPr>
              <p:cNvPr id="36" name="Rectangle 35"/>
              <p:cNvSpPr/>
              <p:nvPr/>
            </p:nvSpPr>
            <p:spPr>
              <a:xfrm>
                <a:off x="6877817" y="5230705"/>
                <a:ext cx="506870" cy="584775"/>
              </a:xfrm>
              <a:prstGeom prst="rect">
                <a:avLst/>
              </a:prstGeom>
            </p:spPr>
            <p:txBody>
              <a:bodyPr wrap="none">
                <a:spAutoFit/>
              </a:bodyPr>
              <a:lstStyle/>
              <a:p>
                <a:r>
                  <a:rPr lang="en-US" sz="3200" dirty="0">
                    <a:solidFill>
                      <a:srgbClr val="92D050"/>
                    </a:solidFill>
                    <a:sym typeface="Wingdings" panose="05000000000000000000" pitchFamily="2" charset="2"/>
                  </a:rPr>
                  <a:t></a:t>
                </a:r>
                <a:endParaRPr lang="en-CA" sz="3200" dirty="0">
                  <a:solidFill>
                    <a:srgbClr val="92D050"/>
                  </a:solidFill>
                </a:endParaRPr>
              </a:p>
            </p:txBody>
          </p:sp>
        </p:grpSp>
      </p:grpSp>
      <p:sp>
        <p:nvSpPr>
          <p:cNvPr id="11" name="TextBox 10"/>
          <p:cNvSpPr txBox="1"/>
          <p:nvPr/>
        </p:nvSpPr>
        <p:spPr>
          <a:xfrm>
            <a:off x="2235557" y="5913567"/>
            <a:ext cx="1625637" cy="331435"/>
          </a:xfrm>
          <a:prstGeom prst="rect">
            <a:avLst/>
          </a:prstGeom>
          <a:noFill/>
        </p:spPr>
        <p:txBody>
          <a:bodyPr wrap="square" rtlCol="0">
            <a:spAutoFit/>
          </a:bodyPr>
          <a:lstStyle/>
          <a:p>
            <a:endParaRPr lang="en-CA" sz="1200" dirty="0" smtClean="0">
              <a:latin typeface="Trebuchet MS" panose="020B0603020202020204" pitchFamily="34" charset="0"/>
              <a:ea typeface="微软雅黑" pitchFamily="34" charset="-122"/>
            </a:endParaRPr>
          </a:p>
        </p:txBody>
      </p:sp>
      <p:sp>
        <p:nvSpPr>
          <p:cNvPr id="38" name="TextBox 37"/>
          <p:cNvSpPr txBox="1"/>
          <p:nvPr/>
        </p:nvSpPr>
        <p:spPr>
          <a:xfrm>
            <a:off x="5623968" y="4757075"/>
            <a:ext cx="609601" cy="461665"/>
          </a:xfrm>
          <a:prstGeom prst="rect">
            <a:avLst/>
          </a:prstGeom>
          <a:noFill/>
        </p:spPr>
        <p:txBody>
          <a:bodyPr wrap="square" rtlCol="0">
            <a:spAutoFit/>
          </a:bodyPr>
          <a:lstStyle/>
          <a:p>
            <a:r>
              <a:rPr lang="en-CA" sz="2400" b="1" i="1" dirty="0" smtClean="0">
                <a:latin typeface="Trebuchet MS" panose="020B0603020202020204" pitchFamily="34" charset="0"/>
                <a:ea typeface="微软雅黑" pitchFamily="34" charset="-122"/>
              </a:rPr>
              <a:t>VS</a:t>
            </a:r>
            <a:endParaRPr lang="en-CA" sz="1200" b="1" i="1" dirty="0" smtClean="0">
              <a:latin typeface="Trebuchet MS" panose="020B0603020202020204" pitchFamily="34" charset="0"/>
              <a:ea typeface="微软雅黑" pitchFamily="34" charset="-122"/>
            </a:endParaRPr>
          </a:p>
        </p:txBody>
      </p:sp>
      <p:sp>
        <p:nvSpPr>
          <p:cNvPr id="41" name="TextBox 40"/>
          <p:cNvSpPr txBox="1"/>
          <p:nvPr/>
        </p:nvSpPr>
        <p:spPr>
          <a:xfrm>
            <a:off x="385348" y="4332574"/>
            <a:ext cx="2357852" cy="161582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CA" sz="1100" dirty="0">
                <a:latin typeface="Consolas" panose="020B0609020204030204" pitchFamily="49" charset="0"/>
                <a:ea typeface="微软雅黑" pitchFamily="34" charset="-122"/>
              </a:rPr>
              <a:t>@_</a:t>
            </a:r>
            <a:r>
              <a:rPr lang="en-CA" sz="1100" dirty="0" smtClean="0">
                <a:latin typeface="Consolas" panose="020B0609020204030204" pitchFamily="49" charset="0"/>
                <a:ea typeface="微软雅黑" pitchFamily="34" charset="-122"/>
              </a:rPr>
              <a:t>ZTV1A =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null, </a:t>
            </a:r>
            <a:endParaRPr lang="en-CA" sz="1100" dirty="0" smtClean="0">
              <a:latin typeface="Consolas" panose="020B0609020204030204" pitchFamily="49" charset="0"/>
              <a:ea typeface="微软雅黑" pitchFamily="34" charset="-122"/>
            </a:endParaRPr>
          </a:p>
          <a:p>
            <a:r>
              <a:rPr lang="en-CA" sz="1100" dirty="0" smtClean="0">
                <a:latin typeface="Consolas" panose="020B0609020204030204" pitchFamily="49" charset="0"/>
                <a:ea typeface="微软雅黑" pitchFamily="34" charset="-122"/>
              </a:rPr>
              <a:t>           </a:t>
            </a:r>
            <a:r>
              <a:rPr lang="en-CA" sz="1100" dirty="0" err="1" smtClean="0">
                <a:latin typeface="Consolas" panose="020B0609020204030204" pitchFamily="49" charset="0"/>
                <a:ea typeface="微软雅黑" pitchFamily="34" charset="-122"/>
              </a:rPr>
              <a:t>ptr</a:t>
            </a:r>
            <a:r>
              <a:rPr lang="en-CA" sz="1100" dirty="0" smtClean="0">
                <a:latin typeface="Consolas" panose="020B0609020204030204" pitchFamily="49" charset="0"/>
                <a:ea typeface="微软雅黑" pitchFamily="34" charset="-122"/>
              </a:rPr>
              <a:t> @_</a:t>
            </a:r>
            <a:r>
              <a:rPr lang="en-CA" sz="1100" dirty="0">
                <a:latin typeface="Consolas" panose="020B0609020204030204" pitchFamily="49" charset="0"/>
                <a:ea typeface="微软雅黑" pitchFamily="34" charset="-122"/>
              </a:rPr>
              <a:t>ZTI1A</a:t>
            </a:r>
            <a:r>
              <a:rPr lang="en-CA" sz="1100" dirty="0" smtClean="0">
                <a:latin typeface="Consolas" panose="020B0609020204030204" pitchFamily="49" charset="0"/>
                <a:ea typeface="微软雅黑" pitchFamily="34" charset="-122"/>
              </a:rPr>
              <a:t>,</a:t>
            </a:r>
          </a:p>
          <a:p>
            <a:r>
              <a:rPr lang="en-CA" sz="1100" dirty="0" smtClean="0">
                <a:latin typeface="Consolas" panose="020B0609020204030204" pitchFamily="49" charset="0"/>
                <a:ea typeface="微软雅黑" pitchFamily="34" charset="-122"/>
              </a:rPr>
              <a:t>           </a:t>
            </a:r>
            <a:r>
              <a:rPr lang="en-CA" sz="1100" dirty="0" err="1" smtClean="0">
                <a:latin typeface="Consolas" panose="020B0609020204030204" pitchFamily="49" charset="0"/>
                <a:ea typeface="微软雅黑" pitchFamily="34" charset="-122"/>
              </a:rPr>
              <a:t>ptr</a:t>
            </a:r>
            <a:r>
              <a:rPr lang="en-CA" sz="1100" dirty="0" smtClean="0">
                <a:latin typeface="Consolas" panose="020B0609020204030204" pitchFamily="49" charset="0"/>
                <a:ea typeface="微软雅黑" pitchFamily="34" charset="-122"/>
              </a:rPr>
              <a:t> </a:t>
            </a:r>
            <a:r>
              <a:rPr lang="en-CA" sz="1100" b="1" dirty="0">
                <a:solidFill>
                  <a:srgbClr val="FF0000"/>
                </a:solidFill>
                <a:latin typeface="Consolas" panose="020B0609020204030204" pitchFamily="49" charset="0"/>
                <a:ea typeface="微软雅黑" pitchFamily="34" charset="-122"/>
              </a:rPr>
              <a:t>@_ZN1A3fooEv</a:t>
            </a:r>
            <a:r>
              <a:rPr lang="en-CA" sz="1100" dirty="0" smtClean="0">
                <a:latin typeface="Consolas" panose="020B0609020204030204" pitchFamily="49" charset="0"/>
                <a:ea typeface="微软雅黑" pitchFamily="34" charset="-122"/>
              </a:rPr>
              <a:t>]</a:t>
            </a:r>
          </a:p>
          <a:p>
            <a:r>
              <a:rPr lang="en-CA" sz="1100" dirty="0">
                <a:latin typeface="Consolas" panose="020B0609020204030204" pitchFamily="49" charset="0"/>
                <a:ea typeface="微软雅黑" pitchFamily="34" charset="-122"/>
              </a:rPr>
              <a:t>@_</a:t>
            </a:r>
            <a:r>
              <a:rPr lang="en-CA" sz="1100" dirty="0" smtClean="0">
                <a:latin typeface="Consolas" panose="020B0609020204030204" pitchFamily="49" charset="0"/>
                <a:ea typeface="微软雅黑" pitchFamily="34" charset="-122"/>
              </a:rPr>
              <a:t>ZTV1B </a:t>
            </a:r>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null,</a:t>
            </a:r>
          </a:p>
          <a:p>
            <a:r>
              <a:rPr lang="en-CA" sz="1100" dirty="0" smtClean="0">
                <a:latin typeface="Consolas" panose="020B0609020204030204" pitchFamily="49" charset="0"/>
                <a:ea typeface="微软雅黑" pitchFamily="34" charset="-122"/>
              </a:rPr>
              <a:t>           </a:t>
            </a:r>
            <a:r>
              <a:rPr lang="en-CA" sz="1100" dirty="0" err="1" smtClean="0">
                <a:latin typeface="Consolas" panose="020B0609020204030204" pitchFamily="49" charset="0"/>
                <a:ea typeface="微软雅黑" pitchFamily="34" charset="-122"/>
              </a:rPr>
              <a:t>ptr</a:t>
            </a:r>
            <a:r>
              <a:rPr lang="en-CA" sz="1100" dirty="0" smtClean="0">
                <a:latin typeface="Consolas" panose="020B0609020204030204" pitchFamily="49" charset="0"/>
                <a:ea typeface="微软雅黑" pitchFamily="34" charset="-122"/>
              </a:rPr>
              <a:t> </a:t>
            </a:r>
            <a:r>
              <a:rPr lang="en-CA" sz="1100" dirty="0">
                <a:latin typeface="Consolas" panose="020B0609020204030204" pitchFamily="49" charset="0"/>
                <a:ea typeface="微软雅黑" pitchFamily="34" charset="-122"/>
              </a:rPr>
              <a:t>@_ZTI1B</a:t>
            </a:r>
            <a:r>
              <a:rPr lang="en-CA" sz="1100" dirty="0" smtClean="0">
                <a:latin typeface="Consolas" panose="020B0609020204030204" pitchFamily="49" charset="0"/>
                <a:ea typeface="微软雅黑" pitchFamily="34" charset="-122"/>
              </a:rPr>
              <a:t>,</a:t>
            </a:r>
            <a:endParaRPr lang="en-CA" sz="1100" dirty="0">
              <a:latin typeface="Consolas" panose="020B0609020204030204" pitchFamily="49" charset="0"/>
              <a:ea typeface="微软雅黑" pitchFamily="34" charset="-122"/>
            </a:endParaRPr>
          </a:p>
          <a:p>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          </a:t>
            </a:r>
            <a:r>
              <a:rPr lang="en-CA" sz="1100" dirty="0" err="1" smtClean="0">
                <a:latin typeface="Consolas" panose="020B0609020204030204" pitchFamily="49" charset="0"/>
                <a:ea typeface="微软雅黑" pitchFamily="34" charset="-122"/>
              </a:rPr>
              <a:t>ptr</a:t>
            </a:r>
            <a:r>
              <a:rPr lang="en-CA" sz="1100" dirty="0" smtClean="0">
                <a:latin typeface="Consolas" panose="020B0609020204030204" pitchFamily="49" charset="0"/>
                <a:ea typeface="微软雅黑" pitchFamily="34" charset="-122"/>
              </a:rPr>
              <a:t> </a:t>
            </a:r>
            <a:r>
              <a:rPr lang="en-CA" sz="1100" b="1" dirty="0">
                <a:solidFill>
                  <a:srgbClr val="FF0000"/>
                </a:solidFill>
                <a:latin typeface="Consolas" panose="020B0609020204030204" pitchFamily="49" charset="0"/>
                <a:ea typeface="微软雅黑" pitchFamily="34" charset="-122"/>
              </a:rPr>
              <a:t>@_ZN1A3fooEv</a:t>
            </a:r>
            <a:r>
              <a:rPr lang="en-CA" sz="1100" dirty="0" smtClean="0">
                <a:latin typeface="Consolas" panose="020B0609020204030204" pitchFamily="49" charset="0"/>
                <a:ea typeface="微软雅黑" pitchFamily="34" charset="-122"/>
              </a:rPr>
              <a:t>]</a:t>
            </a:r>
          </a:p>
          <a:p>
            <a:r>
              <a:rPr lang="en-CA" sz="1100" dirty="0" smtClean="0">
                <a:latin typeface="Consolas" panose="020B0609020204030204" pitchFamily="49" charset="0"/>
                <a:ea typeface="微软雅黑" pitchFamily="34" charset="-122"/>
              </a:rPr>
              <a:t>@_ZTV1C </a:t>
            </a:r>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null,</a:t>
            </a:r>
          </a:p>
          <a:p>
            <a:r>
              <a:rPr lang="en-CA" sz="1100" dirty="0" smtClean="0">
                <a:latin typeface="Consolas" panose="020B0609020204030204" pitchFamily="49" charset="0"/>
                <a:ea typeface="微软雅黑" pitchFamily="34" charset="-122"/>
              </a:rPr>
              <a:t>           </a:t>
            </a:r>
            <a:r>
              <a:rPr lang="en-CA" sz="1100" dirty="0" err="1" smtClean="0">
                <a:latin typeface="Consolas" panose="020B0609020204030204" pitchFamily="49" charset="0"/>
                <a:ea typeface="微软雅黑" pitchFamily="34" charset="-122"/>
              </a:rPr>
              <a:t>ptr</a:t>
            </a:r>
            <a:r>
              <a:rPr lang="en-CA" sz="1100" dirty="0" smtClean="0">
                <a:latin typeface="Consolas" panose="020B0609020204030204" pitchFamily="49" charset="0"/>
                <a:ea typeface="微软雅黑" pitchFamily="34" charset="-122"/>
              </a:rPr>
              <a:t> </a:t>
            </a:r>
            <a:r>
              <a:rPr lang="en-CA" sz="1100" dirty="0">
                <a:latin typeface="Consolas" panose="020B0609020204030204" pitchFamily="49" charset="0"/>
                <a:ea typeface="微软雅黑" pitchFamily="34" charset="-122"/>
              </a:rPr>
              <a:t>@_ZTI1C</a:t>
            </a:r>
            <a:r>
              <a:rPr lang="en-CA" sz="1100" dirty="0" smtClean="0">
                <a:latin typeface="Consolas" panose="020B0609020204030204" pitchFamily="49" charset="0"/>
                <a:ea typeface="微软雅黑" pitchFamily="34" charset="-122"/>
              </a:rPr>
              <a:t>,</a:t>
            </a:r>
          </a:p>
          <a:p>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          </a:t>
            </a:r>
            <a:r>
              <a:rPr lang="en-CA" sz="1100" dirty="0" err="1" smtClean="0">
                <a:latin typeface="Consolas" panose="020B0609020204030204" pitchFamily="49" charset="0"/>
                <a:ea typeface="微软雅黑" pitchFamily="34" charset="-122"/>
              </a:rPr>
              <a:t>ptr</a:t>
            </a:r>
            <a:r>
              <a:rPr lang="en-CA" sz="1100" dirty="0" smtClean="0">
                <a:latin typeface="Consolas" panose="020B0609020204030204" pitchFamily="49" charset="0"/>
                <a:ea typeface="微软雅黑" pitchFamily="34" charset="-122"/>
              </a:rPr>
              <a:t> </a:t>
            </a:r>
            <a:r>
              <a:rPr lang="en-CA" sz="1100" b="1" dirty="0">
                <a:solidFill>
                  <a:srgbClr val="FF0000"/>
                </a:solidFill>
                <a:latin typeface="Consolas" panose="020B0609020204030204" pitchFamily="49" charset="0"/>
                <a:ea typeface="微软雅黑" pitchFamily="34" charset="-122"/>
              </a:rPr>
              <a:t>@_ZN1A3fooEv</a:t>
            </a:r>
            <a:r>
              <a:rPr lang="en-CA" sz="1100" dirty="0">
                <a:latin typeface="Consolas" panose="020B0609020204030204" pitchFamily="49" charset="0"/>
                <a:ea typeface="微软雅黑" pitchFamily="34" charset="-122"/>
              </a:rPr>
              <a:t>]</a:t>
            </a:r>
          </a:p>
        </p:txBody>
      </p:sp>
      <p:sp>
        <p:nvSpPr>
          <p:cNvPr id="42" name="TextBox 41"/>
          <p:cNvSpPr txBox="1"/>
          <p:nvPr/>
        </p:nvSpPr>
        <p:spPr>
          <a:xfrm>
            <a:off x="9525000" y="4343400"/>
            <a:ext cx="2357852" cy="161582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CA" sz="1100" dirty="0">
                <a:latin typeface="Consolas" panose="020B0609020204030204" pitchFamily="49" charset="0"/>
                <a:ea typeface="微软雅黑" pitchFamily="34" charset="-122"/>
              </a:rPr>
              <a:t>@_</a:t>
            </a:r>
            <a:r>
              <a:rPr lang="en-CA" sz="1100" dirty="0" smtClean="0">
                <a:latin typeface="Consolas" panose="020B0609020204030204" pitchFamily="49" charset="0"/>
                <a:ea typeface="微软雅黑" pitchFamily="34" charset="-122"/>
              </a:rPr>
              <a:t>ZTV1A =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null,</a:t>
            </a:r>
          </a:p>
          <a:p>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          </a:t>
            </a:r>
            <a:r>
              <a:rPr lang="en-CA" sz="1100" dirty="0" err="1" smtClean="0">
                <a:latin typeface="Consolas" panose="020B0609020204030204" pitchFamily="49" charset="0"/>
                <a:ea typeface="微软雅黑" pitchFamily="34" charset="-122"/>
              </a:rPr>
              <a:t>ptr</a:t>
            </a:r>
            <a:r>
              <a:rPr lang="en-CA" sz="1100" dirty="0" smtClean="0">
                <a:latin typeface="Consolas" panose="020B0609020204030204" pitchFamily="49" charset="0"/>
                <a:ea typeface="微软雅黑" pitchFamily="34" charset="-122"/>
              </a:rPr>
              <a:t> @_</a:t>
            </a:r>
            <a:r>
              <a:rPr lang="en-CA" sz="1100" dirty="0">
                <a:latin typeface="Consolas" panose="020B0609020204030204" pitchFamily="49" charset="0"/>
                <a:ea typeface="微软雅黑" pitchFamily="34" charset="-122"/>
              </a:rPr>
              <a:t>ZTI1A</a:t>
            </a:r>
            <a:r>
              <a:rPr lang="en-CA" sz="1100" dirty="0" smtClean="0">
                <a:latin typeface="Consolas" panose="020B0609020204030204" pitchFamily="49" charset="0"/>
                <a:ea typeface="微软雅黑" pitchFamily="34" charset="-122"/>
              </a:rPr>
              <a:t>,</a:t>
            </a:r>
          </a:p>
          <a:p>
            <a:r>
              <a:rPr lang="en-CA" sz="1100" dirty="0" smtClean="0">
                <a:latin typeface="Consolas" panose="020B0609020204030204" pitchFamily="49" charset="0"/>
                <a:ea typeface="微软雅黑" pitchFamily="34" charset="-122"/>
              </a:rPr>
              <a:t>           </a:t>
            </a:r>
            <a:r>
              <a:rPr lang="en-CA" sz="1100" dirty="0" err="1" smtClean="0">
                <a:latin typeface="Consolas" panose="020B0609020204030204" pitchFamily="49" charset="0"/>
                <a:ea typeface="微软雅黑" pitchFamily="34" charset="-122"/>
              </a:rPr>
              <a:t>ptr</a:t>
            </a:r>
            <a:r>
              <a:rPr lang="en-CA" sz="1100" dirty="0" smtClean="0">
                <a:latin typeface="Consolas" panose="020B0609020204030204" pitchFamily="49" charset="0"/>
                <a:ea typeface="微软雅黑" pitchFamily="34" charset="-122"/>
              </a:rPr>
              <a:t> </a:t>
            </a:r>
            <a:r>
              <a:rPr lang="en-CA" sz="1100" b="1" dirty="0">
                <a:solidFill>
                  <a:srgbClr val="FF0000"/>
                </a:solidFill>
                <a:latin typeface="Consolas" panose="020B0609020204030204" pitchFamily="49" charset="0"/>
                <a:ea typeface="微软雅黑" pitchFamily="34" charset="-122"/>
              </a:rPr>
              <a:t>@_ZN1A3fooEv</a:t>
            </a:r>
            <a:r>
              <a:rPr lang="en-CA" sz="1100" dirty="0" smtClean="0">
                <a:latin typeface="Consolas" panose="020B0609020204030204" pitchFamily="49" charset="0"/>
                <a:ea typeface="微软雅黑" pitchFamily="34" charset="-122"/>
              </a:rPr>
              <a:t>]</a:t>
            </a:r>
          </a:p>
          <a:p>
            <a:r>
              <a:rPr lang="en-CA" sz="1100" dirty="0">
                <a:latin typeface="Consolas" panose="020B0609020204030204" pitchFamily="49" charset="0"/>
                <a:ea typeface="微软雅黑" pitchFamily="34" charset="-122"/>
              </a:rPr>
              <a:t>@_</a:t>
            </a:r>
            <a:r>
              <a:rPr lang="en-CA" sz="1100" dirty="0" smtClean="0">
                <a:latin typeface="Consolas" panose="020B0609020204030204" pitchFamily="49" charset="0"/>
                <a:ea typeface="微软雅黑" pitchFamily="34" charset="-122"/>
              </a:rPr>
              <a:t>ZTV1B </a:t>
            </a:r>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null,</a:t>
            </a:r>
          </a:p>
          <a:p>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          </a:t>
            </a:r>
            <a:r>
              <a:rPr lang="en-CA" sz="1100" dirty="0" err="1" smtClean="0">
                <a:latin typeface="Consolas" panose="020B0609020204030204" pitchFamily="49" charset="0"/>
                <a:ea typeface="微软雅黑" pitchFamily="34" charset="-122"/>
              </a:rPr>
              <a:t>ptr</a:t>
            </a:r>
            <a:r>
              <a:rPr lang="en-CA" sz="1100" dirty="0" smtClean="0">
                <a:latin typeface="Consolas" panose="020B0609020204030204" pitchFamily="49" charset="0"/>
                <a:ea typeface="微软雅黑" pitchFamily="34" charset="-122"/>
              </a:rPr>
              <a:t> </a:t>
            </a:r>
            <a:r>
              <a:rPr lang="en-CA" sz="1100" dirty="0">
                <a:latin typeface="Consolas" panose="020B0609020204030204" pitchFamily="49" charset="0"/>
                <a:ea typeface="微软雅黑" pitchFamily="34" charset="-122"/>
              </a:rPr>
              <a:t>@_ZTI1B</a:t>
            </a:r>
            <a:r>
              <a:rPr lang="en-CA" sz="1100" dirty="0" smtClean="0">
                <a:latin typeface="Consolas" panose="020B0609020204030204" pitchFamily="49" charset="0"/>
                <a:ea typeface="微软雅黑" pitchFamily="34" charset="-122"/>
              </a:rPr>
              <a:t>,</a:t>
            </a:r>
            <a:endParaRPr lang="en-CA" sz="1100" dirty="0">
              <a:latin typeface="Consolas" panose="020B0609020204030204" pitchFamily="49" charset="0"/>
              <a:ea typeface="微软雅黑" pitchFamily="34" charset="-122"/>
            </a:endParaRPr>
          </a:p>
          <a:p>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          </a:t>
            </a:r>
            <a:r>
              <a:rPr lang="en-CA" sz="1100" dirty="0" err="1" smtClean="0">
                <a:latin typeface="Consolas" panose="020B0609020204030204" pitchFamily="49" charset="0"/>
                <a:ea typeface="微软雅黑" pitchFamily="34" charset="-122"/>
              </a:rPr>
              <a:t>ptr</a:t>
            </a:r>
            <a:r>
              <a:rPr lang="en-CA" sz="1100" dirty="0" smtClean="0">
                <a:latin typeface="Consolas" panose="020B0609020204030204" pitchFamily="49" charset="0"/>
                <a:ea typeface="微软雅黑" pitchFamily="34" charset="-122"/>
              </a:rPr>
              <a:t> </a:t>
            </a:r>
            <a:r>
              <a:rPr lang="en-CA" sz="1100" b="1" dirty="0">
                <a:solidFill>
                  <a:srgbClr val="FFC000"/>
                </a:solidFill>
                <a:latin typeface="Consolas" panose="020B0609020204030204" pitchFamily="49" charset="0"/>
                <a:ea typeface="微软雅黑" pitchFamily="34" charset="-122"/>
              </a:rPr>
              <a:t>@_</a:t>
            </a:r>
            <a:r>
              <a:rPr lang="en-CA" sz="1100" b="1" dirty="0" smtClean="0">
                <a:solidFill>
                  <a:srgbClr val="FFC000"/>
                </a:solidFill>
                <a:latin typeface="Consolas" panose="020B0609020204030204" pitchFamily="49" charset="0"/>
                <a:ea typeface="微软雅黑" pitchFamily="34" charset="-122"/>
              </a:rPr>
              <a:t>ZN1B3fooEv</a:t>
            </a:r>
            <a:r>
              <a:rPr lang="en-CA" sz="1100" dirty="0" smtClean="0">
                <a:latin typeface="Consolas" panose="020B0609020204030204" pitchFamily="49" charset="0"/>
                <a:ea typeface="微软雅黑" pitchFamily="34" charset="-122"/>
              </a:rPr>
              <a:t>]</a:t>
            </a:r>
          </a:p>
          <a:p>
            <a:r>
              <a:rPr lang="en-CA" sz="1100" dirty="0" smtClean="0">
                <a:latin typeface="Consolas" panose="020B0609020204030204" pitchFamily="49" charset="0"/>
                <a:ea typeface="微软雅黑" pitchFamily="34" charset="-122"/>
              </a:rPr>
              <a:t>@_ZTV1C </a:t>
            </a:r>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null,</a:t>
            </a:r>
          </a:p>
          <a:p>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          </a:t>
            </a:r>
            <a:r>
              <a:rPr lang="en-CA" sz="1100" dirty="0" err="1" smtClean="0">
                <a:latin typeface="Consolas" panose="020B0609020204030204" pitchFamily="49" charset="0"/>
                <a:ea typeface="微软雅黑" pitchFamily="34" charset="-122"/>
              </a:rPr>
              <a:t>ptr</a:t>
            </a:r>
            <a:r>
              <a:rPr lang="en-CA" sz="1100" dirty="0" smtClean="0">
                <a:latin typeface="Consolas" panose="020B0609020204030204" pitchFamily="49" charset="0"/>
                <a:ea typeface="微软雅黑" pitchFamily="34" charset="-122"/>
              </a:rPr>
              <a:t> </a:t>
            </a:r>
            <a:r>
              <a:rPr lang="en-CA" sz="1100" dirty="0">
                <a:latin typeface="Consolas" panose="020B0609020204030204" pitchFamily="49" charset="0"/>
                <a:ea typeface="微软雅黑" pitchFamily="34" charset="-122"/>
              </a:rPr>
              <a:t>@_ZTI1C</a:t>
            </a:r>
            <a:r>
              <a:rPr lang="en-CA" sz="1100" dirty="0" smtClean="0">
                <a:latin typeface="Consolas" panose="020B0609020204030204" pitchFamily="49" charset="0"/>
                <a:ea typeface="微软雅黑" pitchFamily="34" charset="-122"/>
              </a:rPr>
              <a:t>,</a:t>
            </a:r>
          </a:p>
          <a:p>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          </a:t>
            </a:r>
            <a:r>
              <a:rPr lang="en-CA" sz="1100" dirty="0" err="1" smtClean="0">
                <a:latin typeface="Consolas" panose="020B0609020204030204" pitchFamily="49" charset="0"/>
                <a:ea typeface="微软雅黑" pitchFamily="34" charset="-122"/>
              </a:rPr>
              <a:t>ptr</a:t>
            </a:r>
            <a:r>
              <a:rPr lang="en-CA" sz="1100" dirty="0" smtClean="0">
                <a:latin typeface="Consolas" panose="020B0609020204030204" pitchFamily="49" charset="0"/>
                <a:ea typeface="微软雅黑" pitchFamily="34" charset="-122"/>
              </a:rPr>
              <a:t> </a:t>
            </a:r>
            <a:r>
              <a:rPr lang="en-CA" sz="1100" b="1" dirty="0">
                <a:solidFill>
                  <a:srgbClr val="00B0F0"/>
                </a:solidFill>
                <a:latin typeface="Consolas" panose="020B0609020204030204" pitchFamily="49" charset="0"/>
                <a:ea typeface="微软雅黑" pitchFamily="34" charset="-122"/>
              </a:rPr>
              <a:t>@_</a:t>
            </a:r>
            <a:r>
              <a:rPr lang="en-CA" sz="1100" b="1" dirty="0" smtClean="0">
                <a:solidFill>
                  <a:srgbClr val="00B0F0"/>
                </a:solidFill>
                <a:latin typeface="Consolas" panose="020B0609020204030204" pitchFamily="49" charset="0"/>
                <a:ea typeface="微软雅黑" pitchFamily="34" charset="-122"/>
              </a:rPr>
              <a:t>ZN1C3fooEv</a:t>
            </a:r>
            <a:r>
              <a:rPr lang="en-CA" sz="1100" dirty="0">
                <a:latin typeface="Consolas" panose="020B0609020204030204" pitchFamily="49" charset="0"/>
                <a:ea typeface="微软雅黑" pitchFamily="34" charset="-122"/>
              </a:rPr>
              <a:t>]</a:t>
            </a:r>
          </a:p>
        </p:txBody>
      </p:sp>
      <p:grpSp>
        <p:nvGrpSpPr>
          <p:cNvPr id="5" name="Group 4"/>
          <p:cNvGrpSpPr/>
          <p:nvPr/>
        </p:nvGrpSpPr>
        <p:grpSpPr>
          <a:xfrm>
            <a:off x="2147877" y="2456527"/>
            <a:ext cx="7129731" cy="1107996"/>
            <a:chOff x="2147877" y="2456527"/>
            <a:chExt cx="7129731" cy="1107996"/>
          </a:xfrm>
        </p:grpSpPr>
        <p:sp>
          <p:nvSpPr>
            <p:cNvPr id="43" name="TextBox 42"/>
            <p:cNvSpPr txBox="1"/>
            <p:nvPr/>
          </p:nvSpPr>
          <p:spPr>
            <a:xfrm>
              <a:off x="4248408" y="2456527"/>
              <a:ext cx="5029200" cy="1107996"/>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CA" sz="1100" dirty="0" smtClean="0">
                  <a:latin typeface="Consolas" panose="020B0609020204030204" pitchFamily="49" charset="0"/>
                  <a:ea typeface="微软雅黑" pitchFamily="34" charset="-122"/>
                </a:rPr>
                <a:t>%</a:t>
              </a:r>
              <a:r>
                <a:rPr lang="en-CA" sz="1100" dirty="0" err="1">
                  <a:latin typeface="Consolas" panose="020B0609020204030204" pitchFamily="49" charset="0"/>
                  <a:ea typeface="微软雅黑" pitchFamily="34" charset="-122"/>
                </a:rPr>
                <a:t>vtable</a:t>
              </a:r>
              <a:r>
                <a:rPr lang="en-CA" sz="1100" dirty="0">
                  <a:latin typeface="Consolas" panose="020B0609020204030204" pitchFamily="49" charset="0"/>
                  <a:ea typeface="微软雅黑" pitchFamily="34" charset="-122"/>
                </a:rPr>
                <a:t> = load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smtClean="0">
                  <a:latin typeface="Consolas" panose="020B0609020204030204" pitchFamily="49" charset="0"/>
                  <a:ea typeface="微软雅黑" pitchFamily="34" charset="-122"/>
                </a:rPr>
                <a:t>%a</a:t>
              </a:r>
            </a:p>
            <a:p>
              <a:r>
                <a:rPr lang="en-CA" sz="1100" dirty="0" smtClean="0">
                  <a:latin typeface="Consolas" panose="020B0609020204030204" pitchFamily="49" charset="0"/>
                  <a:ea typeface="微软雅黑" pitchFamily="34" charset="-122"/>
                </a:rPr>
                <a:t>%0 = call i1 @</a:t>
              </a:r>
              <a:r>
                <a:rPr lang="en-CA" sz="1100" dirty="0" err="1" smtClean="0">
                  <a:latin typeface="Consolas" panose="020B0609020204030204" pitchFamily="49" charset="0"/>
                  <a:ea typeface="微软雅黑" pitchFamily="34" charset="-122"/>
                </a:rPr>
                <a:t>llvm.type.test</a:t>
              </a:r>
              <a:r>
                <a:rPr lang="en-CA" sz="1100" dirty="0" smtClean="0">
                  <a:latin typeface="Consolas" panose="020B0609020204030204" pitchFamily="49" charset="0"/>
                  <a:ea typeface="微软雅黑" pitchFamily="34" charset="-122"/>
                </a:rPr>
                <a:t>(</a:t>
              </a:r>
              <a:r>
                <a:rPr lang="en-CA" sz="1100" dirty="0" err="1" smtClean="0">
                  <a:latin typeface="Consolas" panose="020B0609020204030204" pitchFamily="49" charset="0"/>
                  <a:ea typeface="微软雅黑" pitchFamily="34" charset="-122"/>
                </a:rPr>
                <a:t>ptr</a:t>
              </a:r>
              <a:r>
                <a:rPr lang="en-CA" sz="1100" dirty="0" smtClean="0">
                  <a:latin typeface="Consolas" panose="020B0609020204030204" pitchFamily="49" charset="0"/>
                  <a:ea typeface="微软雅黑" pitchFamily="34" charset="-122"/>
                </a:rPr>
                <a:t> %</a:t>
              </a:r>
              <a:r>
                <a:rPr lang="en-CA" sz="1100" dirty="0" err="1" smtClean="0">
                  <a:latin typeface="Consolas" panose="020B0609020204030204" pitchFamily="49" charset="0"/>
                  <a:ea typeface="微软雅黑" pitchFamily="34" charset="-122"/>
                </a:rPr>
                <a:t>vtable</a:t>
              </a:r>
              <a:r>
                <a:rPr lang="en-CA" sz="1100" dirty="0" smtClean="0">
                  <a:latin typeface="Consolas" panose="020B0609020204030204" pitchFamily="49" charset="0"/>
                  <a:ea typeface="微软雅黑" pitchFamily="34" charset="-122"/>
                </a:rPr>
                <a:t>, metadata !"_ZTS1A")</a:t>
              </a:r>
            </a:p>
            <a:p>
              <a:r>
                <a:rPr lang="en-CA" sz="1100" dirty="0" smtClean="0">
                  <a:latin typeface="Consolas" panose="020B0609020204030204" pitchFamily="49" charset="0"/>
                  <a:ea typeface="微软雅黑" pitchFamily="34" charset="-122"/>
                </a:rPr>
                <a:t>call </a:t>
              </a:r>
              <a:r>
                <a:rPr lang="en-CA" sz="1100" dirty="0">
                  <a:latin typeface="Consolas" panose="020B0609020204030204" pitchFamily="49" charset="0"/>
                  <a:ea typeface="微软雅黑" pitchFamily="34" charset="-122"/>
                </a:rPr>
                <a:t>void @</a:t>
              </a:r>
              <a:r>
                <a:rPr lang="en-CA" sz="1100" dirty="0" err="1">
                  <a:latin typeface="Consolas" panose="020B0609020204030204" pitchFamily="49" charset="0"/>
                  <a:ea typeface="微软雅黑" pitchFamily="34" charset="-122"/>
                </a:rPr>
                <a:t>llvm.assume</a:t>
              </a:r>
              <a:r>
                <a:rPr lang="en-CA" sz="1100" dirty="0">
                  <a:latin typeface="Consolas" panose="020B0609020204030204" pitchFamily="49" charset="0"/>
                  <a:ea typeface="微软雅黑" pitchFamily="34" charset="-122"/>
                </a:rPr>
                <a:t>(i1 %1)</a:t>
              </a:r>
            </a:p>
            <a:p>
              <a:r>
                <a:rPr lang="en-CA" sz="1100" dirty="0" smtClean="0">
                  <a:latin typeface="Consolas" panose="020B0609020204030204" pitchFamily="49" charset="0"/>
                  <a:ea typeface="微软雅黑" pitchFamily="34" charset="-122"/>
                </a:rPr>
                <a:t>%</a:t>
              </a:r>
              <a:r>
                <a:rPr lang="en-CA" sz="1100" dirty="0" err="1">
                  <a:latin typeface="Consolas" panose="020B0609020204030204" pitchFamily="49" charset="0"/>
                  <a:ea typeface="微软雅黑" pitchFamily="34" charset="-122"/>
                </a:rPr>
                <a:t>vfn</a:t>
              </a:r>
              <a:r>
                <a:rPr lang="en-CA" sz="1100" dirty="0">
                  <a:latin typeface="Consolas" panose="020B0609020204030204" pitchFamily="49" charset="0"/>
                  <a:ea typeface="微软雅黑" pitchFamily="34" charset="-122"/>
                </a:rPr>
                <a:t> = </a:t>
              </a:r>
              <a:r>
                <a:rPr lang="en-CA" sz="1100" dirty="0" err="1">
                  <a:latin typeface="Consolas" panose="020B0609020204030204" pitchFamily="49" charset="0"/>
                  <a:ea typeface="微软雅黑" pitchFamily="34" charset="-122"/>
                </a:rPr>
                <a:t>getelementptr</a:t>
              </a:r>
              <a:r>
                <a:rPr lang="en-CA" sz="1100" dirty="0">
                  <a:latin typeface="Consolas" panose="020B0609020204030204" pitchFamily="49" charset="0"/>
                  <a:ea typeface="微软雅黑" pitchFamily="34" charset="-122"/>
                </a:rPr>
                <a:t> inbounds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vtable</a:t>
              </a:r>
              <a:r>
                <a:rPr lang="en-CA" sz="1100" dirty="0">
                  <a:latin typeface="Consolas" panose="020B0609020204030204" pitchFamily="49" charset="0"/>
                  <a:ea typeface="微软雅黑" pitchFamily="34" charset="-122"/>
                </a:rPr>
                <a:t>, i64 0</a:t>
              </a:r>
            </a:p>
            <a:p>
              <a:r>
                <a:rPr lang="en-CA" sz="1100" dirty="0" smtClean="0">
                  <a:latin typeface="Consolas" panose="020B0609020204030204" pitchFamily="49" charset="0"/>
                  <a:ea typeface="微软雅黑" pitchFamily="34" charset="-122"/>
                </a:rPr>
                <a:t>%1 </a:t>
              </a:r>
              <a:r>
                <a:rPr lang="en-CA" sz="1100" dirty="0">
                  <a:latin typeface="Consolas" panose="020B0609020204030204" pitchFamily="49" charset="0"/>
                  <a:ea typeface="微软雅黑" pitchFamily="34" charset="-122"/>
                </a:rPr>
                <a:t>= load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err="1" smtClean="0">
                  <a:latin typeface="Consolas" panose="020B0609020204030204" pitchFamily="49" charset="0"/>
                  <a:ea typeface="微软雅黑" pitchFamily="34" charset="-122"/>
                </a:rPr>
                <a:t>vfn</a:t>
              </a:r>
              <a:endParaRPr lang="en-CA" sz="1100" dirty="0" smtClean="0">
                <a:latin typeface="Consolas" panose="020B0609020204030204" pitchFamily="49" charset="0"/>
                <a:ea typeface="微软雅黑" pitchFamily="34" charset="-122"/>
              </a:endParaRPr>
            </a:p>
            <a:p>
              <a:r>
                <a:rPr lang="en-CA" sz="1100" dirty="0" smtClean="0">
                  <a:latin typeface="Consolas" panose="020B0609020204030204" pitchFamily="49" charset="0"/>
                  <a:ea typeface="微软雅黑" pitchFamily="34" charset="-122"/>
                </a:rPr>
                <a:t>call </a:t>
              </a:r>
              <a:r>
                <a:rPr lang="en-CA" sz="1100" dirty="0">
                  <a:latin typeface="Consolas" panose="020B0609020204030204" pitchFamily="49" charset="0"/>
                  <a:ea typeface="微软雅黑" pitchFamily="34" charset="-122"/>
                </a:rPr>
                <a:t>void %2(</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noundef</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nonnull</a:t>
              </a:r>
              <a:r>
                <a:rPr lang="en-CA" sz="1100" dirty="0">
                  <a:latin typeface="Consolas" panose="020B0609020204030204" pitchFamily="49" charset="0"/>
                  <a:ea typeface="微软雅黑" pitchFamily="34" charset="-122"/>
                </a:rPr>
                <a:t> align 8 </a:t>
              </a:r>
              <a:r>
                <a:rPr lang="en-CA" sz="1100" dirty="0" err="1">
                  <a:latin typeface="Consolas" panose="020B0609020204030204" pitchFamily="49" charset="0"/>
                  <a:ea typeface="微软雅黑" pitchFamily="34" charset="-122"/>
                </a:rPr>
                <a:t>dereferenceable</a:t>
              </a:r>
              <a:r>
                <a:rPr lang="en-CA" sz="1100" dirty="0">
                  <a:latin typeface="Consolas" panose="020B0609020204030204" pitchFamily="49" charset="0"/>
                  <a:ea typeface="微软雅黑" pitchFamily="34" charset="-122"/>
                </a:rPr>
                <a:t>(8) </a:t>
              </a:r>
              <a:r>
                <a:rPr lang="en-CA" sz="1100" dirty="0" smtClean="0">
                  <a:latin typeface="Consolas" panose="020B0609020204030204" pitchFamily="49" charset="0"/>
                  <a:ea typeface="微软雅黑" pitchFamily="34" charset="-122"/>
                </a:rPr>
                <a:t>%a)</a:t>
              </a:r>
              <a:endParaRPr lang="en-CA" sz="1100" dirty="0">
                <a:latin typeface="Consolas" panose="020B0609020204030204" pitchFamily="49" charset="0"/>
                <a:ea typeface="微软雅黑" pitchFamily="34" charset="-122"/>
              </a:endParaRPr>
            </a:p>
          </p:txBody>
        </p:sp>
        <p:sp>
          <p:nvSpPr>
            <p:cNvPr id="44" name="TextBox 43"/>
            <p:cNvSpPr txBox="1"/>
            <p:nvPr/>
          </p:nvSpPr>
          <p:spPr>
            <a:xfrm>
              <a:off x="2147877" y="2796778"/>
              <a:ext cx="1376498" cy="427493"/>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CA" sz="1100" dirty="0" smtClean="0">
                  <a:latin typeface="Consolas" panose="020B0609020204030204" pitchFamily="49" charset="0"/>
                  <a:ea typeface="微软雅黑" pitchFamily="34" charset="-122"/>
                </a:rPr>
                <a:t>A *a = new A();</a:t>
              </a:r>
            </a:p>
            <a:p>
              <a:r>
                <a:rPr lang="en-CA" sz="1100" dirty="0" smtClean="0">
                  <a:latin typeface="Consolas" panose="020B0609020204030204" pitchFamily="49" charset="0"/>
                  <a:ea typeface="微软雅黑" pitchFamily="34" charset="-122"/>
                </a:rPr>
                <a:t>a-&gt;foo();</a:t>
              </a:r>
              <a:endParaRPr lang="en-CA" sz="1100" dirty="0">
                <a:latin typeface="Consolas" panose="020B0609020204030204" pitchFamily="49" charset="0"/>
                <a:ea typeface="微软雅黑" pitchFamily="34" charset="-122"/>
              </a:endParaRPr>
            </a:p>
          </p:txBody>
        </p:sp>
        <p:sp>
          <p:nvSpPr>
            <p:cNvPr id="45" name="Right Arrow 44"/>
            <p:cNvSpPr/>
            <p:nvPr/>
          </p:nvSpPr>
          <p:spPr bwMode="auto">
            <a:xfrm>
              <a:off x="3646387" y="2895530"/>
              <a:ext cx="538708" cy="229988"/>
            </a:xfrm>
            <a:prstGeom prst="rightArrow">
              <a:avLst/>
            </a:prstGeom>
            <a:ln>
              <a:headEnd/>
              <a:tailEnd/>
            </a:ln>
          </p:spPr>
          <p:style>
            <a:lnRef idx="1">
              <a:schemeClr val="accent2"/>
            </a:lnRef>
            <a:fillRef idx="2">
              <a:schemeClr val="accent2"/>
            </a:fillRef>
            <a:effectRef idx="1">
              <a:schemeClr val="accent2"/>
            </a:effectRef>
            <a:fontRef idx="minor">
              <a:schemeClr val="dk1"/>
            </a:fontRef>
          </p:style>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grpSp>
    </p:spTree>
    <p:extLst>
      <p:ext uri="{BB962C8B-B14F-4D97-AF65-F5344CB8AC3E}">
        <p14:creationId xmlns:p14="http://schemas.microsoft.com/office/powerpoint/2010/main" val="1844823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Optimizations enabled by constructor calls</a:t>
            </a:r>
            <a:endParaRPr lang="en-US" dirty="0"/>
          </a:p>
        </p:txBody>
      </p:sp>
      <p:sp>
        <p:nvSpPr>
          <p:cNvPr id="21" name="Content Placeholder 2"/>
          <p:cNvSpPr>
            <a:spLocks noGrp="1"/>
          </p:cNvSpPr>
          <p:nvPr>
            <p:ph idx="1"/>
          </p:nvPr>
        </p:nvSpPr>
        <p:spPr>
          <a:xfrm>
            <a:off x="342817" y="914401"/>
            <a:ext cx="10706183" cy="1143000"/>
          </a:xfrm>
        </p:spPr>
        <p:txBody>
          <a:bodyPr/>
          <a:lstStyle/>
          <a:p>
            <a:r>
              <a:rPr lang="en-US" dirty="0" smtClean="0"/>
              <a:t>In MySQL, </a:t>
            </a:r>
            <a:r>
              <a:rPr lang="en-US" dirty="0" err="1" smtClean="0">
                <a:latin typeface="Consolas" panose="020B0609020204030204" pitchFamily="49" charset="0"/>
              </a:rPr>
              <a:t>Field_varstring</a:t>
            </a:r>
            <a:r>
              <a:rPr lang="en-US" dirty="0" smtClean="0"/>
              <a:t> is a leaf class derived from </a:t>
            </a:r>
            <a:r>
              <a:rPr lang="en-US" dirty="0" smtClean="0">
                <a:latin typeface="Consolas" panose="020B0609020204030204" pitchFamily="49" charset="0"/>
              </a:rPr>
              <a:t>Field</a:t>
            </a:r>
            <a:r>
              <a:rPr lang="en-US" dirty="0" smtClean="0"/>
              <a:t>.</a:t>
            </a:r>
          </a:p>
          <a:p>
            <a:r>
              <a:rPr lang="en-US" dirty="0" smtClean="0"/>
              <a:t>If a proper dominance condition is satisfied, we are safe to </a:t>
            </a:r>
            <a:r>
              <a:rPr lang="en-US" dirty="0" err="1" smtClean="0"/>
              <a:t>devirtualize</a:t>
            </a:r>
            <a:r>
              <a:rPr lang="en-US" dirty="0" smtClean="0"/>
              <a:t> the call.</a:t>
            </a:r>
          </a:p>
        </p:txBody>
      </p:sp>
      <p:grpSp>
        <p:nvGrpSpPr>
          <p:cNvPr id="6" name="Group 5"/>
          <p:cNvGrpSpPr/>
          <p:nvPr/>
        </p:nvGrpSpPr>
        <p:grpSpPr>
          <a:xfrm>
            <a:off x="2552677" y="2362200"/>
            <a:ext cx="7143792" cy="2492990"/>
            <a:chOff x="3609996" y="1905000"/>
            <a:chExt cx="7143792" cy="2492990"/>
          </a:xfrm>
        </p:grpSpPr>
        <p:sp>
          <p:nvSpPr>
            <p:cNvPr id="4" name="TextBox 3"/>
            <p:cNvSpPr txBox="1"/>
            <p:nvPr/>
          </p:nvSpPr>
          <p:spPr>
            <a:xfrm>
              <a:off x="3609996" y="1905000"/>
              <a:ext cx="7143792" cy="2492990"/>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CA" sz="1200" dirty="0" err="1">
                  <a:solidFill>
                    <a:srgbClr val="4EC9B0"/>
                  </a:solidFill>
                  <a:latin typeface="Consolas" panose="020B0609020204030204" pitchFamily="49" charset="0"/>
                </a:rPr>
                <a:t>store_key</a:t>
              </a:r>
              <a:r>
                <a:rPr lang="en-CA" sz="1200" dirty="0">
                  <a:solidFill>
                    <a:srgbClr val="CCCCCC"/>
                  </a:solidFill>
                  <a:latin typeface="Consolas" panose="020B0609020204030204" pitchFamily="49" charset="0"/>
                </a:rPr>
                <a:t>::</a:t>
              </a:r>
              <a:r>
                <a:rPr lang="en-CA" sz="1200" dirty="0" err="1">
                  <a:solidFill>
                    <a:srgbClr val="DCDCAA"/>
                  </a:solidFill>
                  <a:latin typeface="Consolas" panose="020B0609020204030204" pitchFamily="49" charset="0"/>
                </a:rPr>
                <a:t>store_key</a:t>
              </a:r>
              <a:r>
                <a:rPr lang="en-CA" sz="1200" dirty="0">
                  <a:solidFill>
                    <a:srgbClr val="CCCCCC"/>
                  </a:solidFill>
                  <a:latin typeface="Consolas" panose="020B0609020204030204" pitchFamily="49" charset="0"/>
                </a:rPr>
                <a:t>(</a:t>
              </a:r>
              <a:r>
                <a:rPr lang="en-CA" sz="1200" dirty="0">
                  <a:solidFill>
                    <a:srgbClr val="4EC9B0"/>
                  </a:solidFill>
                  <a:latin typeface="Consolas" panose="020B0609020204030204" pitchFamily="49" charset="0"/>
                </a:rPr>
                <a:t>THD</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err="1">
                  <a:solidFill>
                    <a:srgbClr val="9CDCFE"/>
                  </a:solidFill>
                  <a:latin typeface="Consolas" panose="020B0609020204030204" pitchFamily="49" charset="0"/>
                </a:rPr>
                <a:t>thd</a:t>
              </a:r>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Field</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err="1">
                  <a:solidFill>
                    <a:srgbClr val="9CDCFE"/>
                  </a:solidFill>
                  <a:latin typeface="Consolas" panose="020B0609020204030204" pitchFamily="49" charset="0"/>
                </a:rPr>
                <a:t>field_arg</a:t>
              </a:r>
              <a:r>
                <a:rPr lang="en-CA" sz="1200" dirty="0">
                  <a:solidFill>
                    <a:srgbClr val="CCCCCC"/>
                  </a:solidFill>
                  <a:latin typeface="Consolas" panose="020B0609020204030204" pitchFamily="49" charset="0"/>
                </a:rPr>
                <a:t>, </a:t>
              </a:r>
              <a:r>
                <a:rPr lang="en-CA" sz="1200" dirty="0" err="1">
                  <a:solidFill>
                    <a:srgbClr val="4EC9B0"/>
                  </a:solidFill>
                  <a:latin typeface="Consolas" panose="020B0609020204030204" pitchFamily="49" charset="0"/>
                </a:rPr>
                <a:t>uchar</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err="1">
                  <a:solidFill>
                    <a:srgbClr val="9CDCFE"/>
                  </a:solidFill>
                  <a:latin typeface="Consolas" panose="020B0609020204030204" pitchFamily="49" charset="0"/>
                </a:rPr>
                <a:t>ptr</a:t>
              </a:r>
              <a:r>
                <a:rPr lang="en-CA" sz="1200" dirty="0">
                  <a:solidFill>
                    <a:srgbClr val="CCCCCC"/>
                  </a:solidFill>
                  <a:latin typeface="Consolas" panose="020B0609020204030204" pitchFamily="49" charset="0"/>
                </a:rPr>
                <a:t>, </a:t>
              </a:r>
              <a:r>
                <a:rPr lang="en-CA" sz="1200" dirty="0" err="1">
                  <a:solidFill>
                    <a:srgbClr val="4EC9B0"/>
                  </a:solidFill>
                  <a:latin typeface="Consolas" panose="020B0609020204030204" pitchFamily="49" charset="0"/>
                </a:rPr>
                <a:t>uchar</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9CDCFE"/>
                  </a:solidFill>
                  <a:latin typeface="Consolas" panose="020B0609020204030204" pitchFamily="49" charset="0"/>
                </a:rPr>
                <a:t>null</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err="1">
                  <a:solidFill>
                    <a:srgbClr val="4EC9B0"/>
                  </a:solidFill>
                  <a:latin typeface="Consolas" panose="020B0609020204030204" pitchFamily="49" charset="0"/>
                </a:rPr>
                <a:t>uint</a:t>
              </a:r>
              <a:r>
                <a:rPr lang="en-CA" sz="1200" dirty="0">
                  <a:solidFill>
                    <a:srgbClr val="CCCCCC"/>
                  </a:solidFill>
                  <a:latin typeface="Consolas" panose="020B0609020204030204" pitchFamily="49" charset="0"/>
                </a:rPr>
                <a:t> </a:t>
              </a:r>
              <a:r>
                <a:rPr lang="en-CA" sz="1200" dirty="0">
                  <a:solidFill>
                    <a:srgbClr val="9CDCFE"/>
                  </a:solidFill>
                  <a:latin typeface="Consolas" panose="020B0609020204030204" pitchFamily="49" charset="0"/>
                </a:rPr>
                <a:t>length</a:t>
              </a:r>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if</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field_arg</a:t>
              </a:r>
              <a:r>
                <a:rPr lang="en-CA" sz="1200" dirty="0">
                  <a:solidFill>
                    <a:srgbClr val="CCCCCC"/>
                  </a:solidFill>
                  <a:latin typeface="Consolas" panose="020B0609020204030204" pitchFamily="49" charset="0"/>
                </a:rPr>
                <a:t>-&gt;</a:t>
              </a:r>
              <a:r>
                <a:rPr lang="en-CA" sz="1200" dirty="0">
                  <a:solidFill>
                    <a:srgbClr val="DCDCAA"/>
                  </a:solidFill>
                  <a:latin typeface="Consolas" panose="020B0609020204030204" pitchFamily="49" charset="0"/>
                </a:rPr>
                <a:t>type</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a:solidFill>
                    <a:srgbClr val="4FC1FF"/>
                  </a:solidFill>
                  <a:latin typeface="Consolas" panose="020B0609020204030204" pitchFamily="49" charset="0"/>
                </a:rPr>
                <a:t>MYSQL_TYPE_BLOB</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endParaRPr lang="en-CA" sz="1200" dirty="0">
                <a:solidFill>
                  <a:srgbClr val="CCCCCC"/>
                </a:solidFill>
                <a:latin typeface="Consolas" panose="020B0609020204030204" pitchFamily="49" charset="0"/>
              </a:endParaRPr>
            </a:p>
            <a:p>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field_arg</a:t>
              </a:r>
              <a:r>
                <a:rPr lang="en-CA" sz="1200" dirty="0">
                  <a:solidFill>
                    <a:srgbClr val="CCCCCC"/>
                  </a:solidFill>
                  <a:latin typeface="Consolas" panose="020B0609020204030204" pitchFamily="49" charset="0"/>
                </a:rPr>
                <a:t>-&gt;</a:t>
              </a:r>
              <a:r>
                <a:rPr lang="en-CA" sz="1200" dirty="0">
                  <a:solidFill>
                    <a:srgbClr val="DCDCAA"/>
                  </a:solidFill>
                  <a:latin typeface="Consolas" panose="020B0609020204030204" pitchFamily="49" charset="0"/>
                </a:rPr>
                <a:t>type</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a:solidFill>
                    <a:srgbClr val="4FC1FF"/>
                  </a:solidFill>
                  <a:latin typeface="Consolas" panose="020B0609020204030204" pitchFamily="49" charset="0"/>
                </a:rPr>
                <a:t>MYSQL_TYPE_GEOMETRY</a:t>
              </a:r>
              <a:r>
                <a:rPr lang="en-CA" sz="1200" dirty="0">
                  <a:solidFill>
                    <a:srgbClr val="CCCCCC"/>
                  </a:solidFill>
                  <a:latin typeface="Consolas" panose="020B0609020204030204" pitchFamily="49" charset="0"/>
                </a:rPr>
                <a:t>) </a:t>
              </a:r>
              <a:r>
                <a:rPr lang="en-CA" sz="1200" dirty="0" smtClean="0">
                  <a:solidFill>
                    <a:srgbClr val="CCCCCC"/>
                  </a:solidFill>
                  <a:latin typeface="Consolas" panose="020B0609020204030204" pitchFamily="49" charset="0"/>
                </a:rPr>
                <a:t>{</a:t>
              </a:r>
            </a:p>
            <a:p>
              <a:endParaRPr lang="en-CA" sz="1200" dirty="0" smtClean="0">
                <a:solidFill>
                  <a:srgbClr val="CCCCCC"/>
                </a:solidFill>
                <a:latin typeface="Consolas" panose="020B0609020204030204" pitchFamily="49" charset="0"/>
              </a:endParaRPr>
            </a:p>
            <a:p>
              <a:r>
                <a:rPr lang="en-CA" sz="1200" dirty="0" smtClean="0">
                  <a:solidFill>
                    <a:srgbClr val="CCCCCC"/>
                  </a:solidFill>
                  <a:latin typeface="Consolas" panose="020B0609020204030204" pitchFamily="49" charset="0"/>
                </a:rPr>
                <a:t>    </a:t>
              </a:r>
              <a:r>
                <a:rPr lang="en-CA" sz="1200" dirty="0" err="1" smtClean="0">
                  <a:solidFill>
                    <a:srgbClr val="9CDCFE"/>
                  </a:solidFill>
                  <a:latin typeface="Consolas" panose="020B0609020204030204" pitchFamily="49" charset="0"/>
                </a:rPr>
                <a:t>to_field</a:t>
              </a:r>
              <a:r>
                <a:rPr lang="en-CA" sz="1200" dirty="0" smtClean="0">
                  <a:solidFill>
                    <a:srgbClr val="CCCCCC"/>
                  </a:solidFill>
                  <a:latin typeface="Consolas" panose="020B0609020204030204" pitchFamily="49" charset="0"/>
                </a:rPr>
                <a:t> </a:t>
              </a:r>
              <a:r>
                <a:rPr lang="en-CA" sz="1200" dirty="0" smtClean="0">
                  <a:solidFill>
                    <a:srgbClr val="D4D4D4"/>
                  </a:solidFill>
                  <a:latin typeface="Consolas" panose="020B0609020204030204" pitchFamily="49" charset="0"/>
                </a:rPr>
                <a:t>=</a:t>
              </a:r>
              <a:r>
                <a:rPr lang="en-CA" sz="1200" dirty="0" smtClean="0">
                  <a:solidFill>
                    <a:srgbClr val="CCCCCC"/>
                  </a:solidFill>
                  <a:latin typeface="Consolas" panose="020B0609020204030204" pitchFamily="49" charset="0"/>
                </a:rPr>
                <a:t> </a:t>
              </a:r>
              <a:r>
                <a:rPr lang="en-CA" sz="1200" dirty="0" smtClean="0">
                  <a:solidFill>
                    <a:srgbClr val="C586C0"/>
                  </a:solidFill>
                  <a:latin typeface="Consolas" panose="020B0609020204030204" pitchFamily="49" charset="0"/>
                </a:rPr>
                <a:t>new</a:t>
              </a:r>
              <a:r>
                <a:rPr lang="en-CA" sz="1200" dirty="0" smtClean="0">
                  <a:solidFill>
                    <a:srgbClr val="CCCCCC"/>
                  </a:solidFill>
                  <a:latin typeface="Consolas" panose="020B0609020204030204" pitchFamily="49" charset="0"/>
                </a:rPr>
                <a:t> (</a:t>
              </a:r>
              <a:r>
                <a:rPr lang="en-CA" sz="1200" dirty="0" err="1" smtClean="0">
                  <a:solidFill>
                    <a:srgbClr val="9CDCFE"/>
                  </a:solidFill>
                  <a:latin typeface="Consolas" panose="020B0609020204030204" pitchFamily="49" charset="0"/>
                </a:rPr>
                <a:t>thd</a:t>
              </a:r>
              <a:r>
                <a:rPr lang="en-CA" sz="1200" dirty="0" smtClean="0">
                  <a:solidFill>
                    <a:srgbClr val="CCCCCC"/>
                  </a:solidFill>
                  <a:latin typeface="Consolas" panose="020B0609020204030204" pitchFamily="49" charset="0"/>
                </a:rPr>
                <a:t>-&gt;</a:t>
              </a:r>
              <a:r>
                <a:rPr lang="en-CA" sz="1200" dirty="0" err="1" smtClean="0">
                  <a:solidFill>
                    <a:srgbClr val="9CDCFE"/>
                  </a:solidFill>
                  <a:latin typeface="Consolas" panose="020B0609020204030204" pitchFamily="49" charset="0"/>
                </a:rPr>
                <a:t>mem_root</a:t>
              </a:r>
              <a:r>
                <a:rPr lang="en-CA" sz="1200" dirty="0" smtClean="0">
                  <a:solidFill>
                    <a:srgbClr val="CCCCCC"/>
                  </a:solidFill>
                  <a:latin typeface="Consolas" panose="020B0609020204030204" pitchFamily="49" charset="0"/>
                </a:rPr>
                <a:t>) </a:t>
              </a:r>
              <a:r>
                <a:rPr lang="en-CA" sz="1200" dirty="0" err="1" smtClean="0">
                  <a:solidFill>
                    <a:srgbClr val="4EC9B0"/>
                  </a:solidFill>
                  <a:latin typeface="Consolas" panose="020B0609020204030204" pitchFamily="49" charset="0"/>
                </a:rPr>
                <a:t>Field_varstring</a:t>
              </a:r>
              <a:r>
                <a:rPr lang="en-CA" sz="1200" dirty="0" smtClean="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ptr</a:t>
              </a:r>
              <a:r>
                <a:rPr lang="en-CA" sz="1200" dirty="0">
                  <a:solidFill>
                    <a:srgbClr val="CCCCCC"/>
                  </a:solidFill>
                  <a:latin typeface="Consolas" panose="020B0609020204030204" pitchFamily="49" charset="0"/>
                </a:rPr>
                <a:t>, </a:t>
              </a:r>
              <a:r>
                <a:rPr lang="en-CA" sz="1200" dirty="0">
                  <a:solidFill>
                    <a:srgbClr val="9CDCFE"/>
                  </a:solidFill>
                  <a:latin typeface="Consolas" panose="020B0609020204030204" pitchFamily="49" charset="0"/>
                </a:rPr>
                <a:t>length</a:t>
              </a:r>
              <a:r>
                <a:rPr lang="en-CA" sz="1200" dirty="0">
                  <a:solidFill>
                    <a:srgbClr val="CCCCCC"/>
                  </a:solidFill>
                  <a:latin typeface="Consolas" panose="020B0609020204030204" pitchFamily="49" charset="0"/>
                </a:rPr>
                <a:t>, </a:t>
              </a:r>
              <a:r>
                <a:rPr lang="en-CA" sz="1200" dirty="0">
                  <a:solidFill>
                    <a:srgbClr val="B5CEA8"/>
                  </a:solidFill>
                  <a:latin typeface="Consolas" panose="020B0609020204030204" pitchFamily="49" charset="0"/>
                </a:rPr>
                <a:t>2</a:t>
              </a:r>
              <a:r>
                <a:rPr lang="en-CA" sz="1200" dirty="0">
                  <a:solidFill>
                    <a:srgbClr val="CCCCCC"/>
                  </a:solidFill>
                  <a:latin typeface="Consolas" panose="020B0609020204030204" pitchFamily="49" charset="0"/>
                </a:rPr>
                <a:t>, </a:t>
              </a:r>
              <a:r>
                <a:rPr lang="en-CA" sz="1200" dirty="0">
                  <a:solidFill>
                    <a:srgbClr val="9CDCFE"/>
                  </a:solidFill>
                  <a:latin typeface="Consolas" panose="020B0609020204030204" pitchFamily="49" charset="0"/>
                </a:rPr>
                <a:t>null</a:t>
              </a:r>
              <a:r>
                <a:rPr lang="en-CA" sz="1200" dirty="0">
                  <a:solidFill>
                    <a:srgbClr val="CCCCCC"/>
                  </a:solidFill>
                  <a:latin typeface="Consolas" panose="020B0609020204030204" pitchFamily="49" charset="0"/>
                </a:rPr>
                <a:t>, </a:t>
              </a:r>
              <a:r>
                <a:rPr lang="en-CA" sz="1200" dirty="0">
                  <a:solidFill>
                    <a:srgbClr val="B5CEA8"/>
                  </a:solidFill>
                  <a:latin typeface="Consolas" panose="020B0609020204030204" pitchFamily="49" charset="0"/>
                </a:rPr>
                <a:t>1</a:t>
              </a:r>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Field</a:t>
              </a:r>
              <a:r>
                <a:rPr lang="en-CA" sz="1200" dirty="0">
                  <a:solidFill>
                    <a:srgbClr val="CCCCCC"/>
                  </a:solidFill>
                  <a:latin typeface="Consolas" panose="020B0609020204030204" pitchFamily="49" charset="0"/>
                </a:rPr>
                <a:t>::</a:t>
              </a:r>
              <a:r>
                <a:rPr lang="en-CA" sz="1200" dirty="0">
                  <a:solidFill>
                    <a:srgbClr val="4FC1FF"/>
                  </a:solidFill>
                  <a:latin typeface="Consolas" panose="020B0609020204030204" pitchFamily="49" charset="0"/>
                </a:rPr>
                <a:t>NONE</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field_arg</a:t>
              </a:r>
              <a:r>
                <a:rPr lang="en-CA" sz="1200" dirty="0">
                  <a:solidFill>
                    <a:srgbClr val="CCCCCC"/>
                  </a:solidFill>
                  <a:latin typeface="Consolas" panose="020B0609020204030204" pitchFamily="49" charset="0"/>
                </a:rPr>
                <a:t>-&gt;</a:t>
              </a:r>
              <a:r>
                <a:rPr lang="en-CA" sz="1200" dirty="0" err="1">
                  <a:solidFill>
                    <a:srgbClr val="9CDCFE"/>
                  </a:solidFill>
                  <a:latin typeface="Consolas" panose="020B0609020204030204" pitchFamily="49" charset="0"/>
                </a:rPr>
                <a:t>field_name</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field_arg</a:t>
              </a:r>
              <a:r>
                <a:rPr lang="en-CA" sz="1200" dirty="0">
                  <a:solidFill>
                    <a:srgbClr val="CCCCCC"/>
                  </a:solidFill>
                  <a:latin typeface="Consolas" panose="020B0609020204030204" pitchFamily="49" charset="0"/>
                </a:rPr>
                <a:t>-&gt;</a:t>
              </a:r>
              <a:r>
                <a:rPr lang="en-CA" sz="1200" dirty="0">
                  <a:solidFill>
                    <a:srgbClr val="9CDCFE"/>
                  </a:solidFill>
                  <a:latin typeface="Consolas" panose="020B0609020204030204" pitchFamily="49" charset="0"/>
                </a:rPr>
                <a:t>table</a:t>
              </a:r>
              <a:r>
                <a:rPr lang="en-CA" sz="1200" dirty="0">
                  <a:solidFill>
                    <a:srgbClr val="CCCCCC"/>
                  </a:solidFill>
                  <a:latin typeface="Consolas" panose="020B0609020204030204" pitchFamily="49" charset="0"/>
                </a:rPr>
                <a:t>-&gt;</a:t>
              </a:r>
              <a:r>
                <a:rPr lang="en-CA" sz="1200" dirty="0">
                  <a:solidFill>
                    <a:srgbClr val="9CDCFE"/>
                  </a:solidFill>
                  <a:latin typeface="Consolas" panose="020B0609020204030204" pitchFamily="49" charset="0"/>
                </a:rPr>
                <a:t>s</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field_arg</a:t>
              </a:r>
              <a:r>
                <a:rPr lang="en-CA" sz="1200" dirty="0">
                  <a:solidFill>
                    <a:srgbClr val="CCCCCC"/>
                  </a:solidFill>
                  <a:latin typeface="Consolas" panose="020B0609020204030204" pitchFamily="49" charset="0"/>
                </a:rPr>
                <a:t>-&gt;</a:t>
              </a:r>
              <a:r>
                <a:rPr lang="en-CA" sz="1200" dirty="0">
                  <a:solidFill>
                    <a:srgbClr val="DCDCAA"/>
                  </a:solidFill>
                  <a:latin typeface="Consolas" panose="020B0609020204030204" pitchFamily="49" charset="0"/>
                </a:rPr>
                <a:t>charset</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to_field</a:t>
              </a:r>
              <a:r>
                <a:rPr lang="en-CA" sz="1200" dirty="0">
                  <a:solidFill>
                    <a:srgbClr val="CCCCCC"/>
                  </a:solidFill>
                  <a:latin typeface="Consolas" panose="020B0609020204030204" pitchFamily="49" charset="0"/>
                </a:rPr>
                <a:t>-&gt;</a:t>
              </a:r>
              <a:r>
                <a:rPr lang="en-CA" sz="1200" dirty="0" err="1">
                  <a:solidFill>
                    <a:srgbClr val="DCDCAA"/>
                  </a:solidFill>
                  <a:latin typeface="Consolas" panose="020B0609020204030204" pitchFamily="49" charset="0"/>
                </a:rPr>
                <a:t>init</a:t>
              </a:r>
              <a:r>
                <a:rPr lang="en-CA" sz="1200" dirty="0">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field_arg</a:t>
              </a:r>
              <a:r>
                <a:rPr lang="en-CA" sz="1200" dirty="0">
                  <a:solidFill>
                    <a:srgbClr val="CCCCCC"/>
                  </a:solidFill>
                  <a:latin typeface="Consolas" panose="020B0609020204030204" pitchFamily="49" charset="0"/>
                </a:rPr>
                <a:t>-&gt;</a:t>
              </a:r>
              <a:r>
                <a:rPr lang="en-CA" sz="1200" dirty="0">
                  <a:solidFill>
                    <a:srgbClr val="9CDCFE"/>
                  </a:solidFill>
                  <a:latin typeface="Consolas" panose="020B0609020204030204" pitchFamily="49" charset="0"/>
                </a:rPr>
                <a:t>table</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 </a:t>
              </a:r>
              <a:r>
                <a:rPr lang="en-CA" sz="1200" dirty="0">
                  <a:solidFill>
                    <a:srgbClr val="C586C0"/>
                  </a:solidFill>
                  <a:latin typeface="Consolas" panose="020B0609020204030204" pitchFamily="49" charset="0"/>
                </a:rPr>
                <a:t>else</a:t>
              </a:r>
              <a:endParaRPr lang="en-CA" sz="1200" dirty="0">
                <a:solidFill>
                  <a:srgbClr val="CCCCCC"/>
                </a:solidFill>
                <a:latin typeface="Consolas" panose="020B0609020204030204" pitchFamily="49" charset="0"/>
              </a:endParaRPr>
            </a:p>
            <a:p>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to_field</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endParaRPr lang="en-CA" sz="1200" dirty="0">
                <a:solidFill>
                  <a:srgbClr val="CCCCCC"/>
                </a:solidFill>
                <a:latin typeface="Consolas" panose="020B0609020204030204" pitchFamily="49" charset="0"/>
              </a:endParaRPr>
            </a:p>
            <a:p>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field_arg</a:t>
              </a:r>
              <a:r>
                <a:rPr lang="en-CA" sz="1200" dirty="0">
                  <a:solidFill>
                    <a:srgbClr val="CCCCCC"/>
                  </a:solidFill>
                  <a:latin typeface="Consolas" panose="020B0609020204030204" pitchFamily="49" charset="0"/>
                </a:rPr>
                <a:t>-&gt;</a:t>
              </a:r>
              <a:r>
                <a:rPr lang="en-CA" sz="1200" dirty="0" err="1">
                  <a:solidFill>
                    <a:srgbClr val="DCDCAA"/>
                  </a:solidFill>
                  <a:latin typeface="Consolas" panose="020B0609020204030204" pitchFamily="49" charset="0"/>
                </a:rPr>
                <a:t>new_key_field</a:t>
              </a:r>
              <a:r>
                <a:rPr lang="en-CA" sz="1200" dirty="0">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thd</a:t>
              </a:r>
              <a:r>
                <a:rPr lang="en-CA" sz="1200" dirty="0">
                  <a:solidFill>
                    <a:srgbClr val="CCCCCC"/>
                  </a:solidFill>
                  <a:latin typeface="Consolas" panose="020B0609020204030204" pitchFamily="49" charset="0"/>
                </a:rPr>
                <a:t>-&gt;</a:t>
              </a:r>
              <a:r>
                <a:rPr lang="en-CA" sz="1200" dirty="0" err="1">
                  <a:solidFill>
                    <a:srgbClr val="9CDCFE"/>
                  </a:solidFill>
                  <a:latin typeface="Consolas" panose="020B0609020204030204" pitchFamily="49" charset="0"/>
                </a:rPr>
                <a:t>mem_root</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field_arg</a:t>
              </a:r>
              <a:r>
                <a:rPr lang="en-CA" sz="1200" dirty="0">
                  <a:solidFill>
                    <a:srgbClr val="CCCCCC"/>
                  </a:solidFill>
                  <a:latin typeface="Consolas" panose="020B0609020204030204" pitchFamily="49" charset="0"/>
                </a:rPr>
                <a:t>-&gt;</a:t>
              </a:r>
              <a:r>
                <a:rPr lang="en-CA" sz="1200" dirty="0">
                  <a:solidFill>
                    <a:srgbClr val="9CDCFE"/>
                  </a:solidFill>
                  <a:latin typeface="Consolas" panose="020B0609020204030204" pitchFamily="49" charset="0"/>
                </a:rPr>
                <a:t>table</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ptr</a:t>
              </a:r>
              <a:r>
                <a:rPr lang="en-CA" sz="1200" dirty="0">
                  <a:solidFill>
                    <a:srgbClr val="CCCCCC"/>
                  </a:solidFill>
                  <a:latin typeface="Consolas" panose="020B0609020204030204" pitchFamily="49" charset="0"/>
                </a:rPr>
                <a:t>, </a:t>
              </a:r>
              <a:r>
                <a:rPr lang="en-CA" sz="1200" dirty="0">
                  <a:solidFill>
                    <a:srgbClr val="9CDCFE"/>
                  </a:solidFill>
                  <a:latin typeface="Consolas" panose="020B0609020204030204" pitchFamily="49" charset="0"/>
                </a:rPr>
                <a:t>null</a:t>
              </a:r>
              <a:r>
                <a:rPr lang="en-CA" sz="1200" dirty="0">
                  <a:solidFill>
                    <a:srgbClr val="CCCCCC"/>
                  </a:solidFill>
                  <a:latin typeface="Consolas" panose="020B0609020204030204" pitchFamily="49" charset="0"/>
                </a:rPr>
                <a:t>, </a:t>
              </a:r>
              <a:r>
                <a:rPr lang="en-CA" sz="1200" dirty="0">
                  <a:solidFill>
                    <a:srgbClr val="B5CEA8"/>
                  </a:solidFill>
                  <a:latin typeface="Consolas" panose="020B0609020204030204" pitchFamily="49" charset="0"/>
                </a:rPr>
                <a:t>1</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a:t>
              </a:r>
              <a:endParaRPr lang="en-CA" sz="1200" b="0" dirty="0">
                <a:solidFill>
                  <a:srgbClr val="CCCCCC"/>
                </a:solidFill>
                <a:effectLst/>
                <a:latin typeface="Consolas" panose="020B0609020204030204" pitchFamily="49" charset="0"/>
              </a:endParaRPr>
            </a:p>
          </p:txBody>
        </p:sp>
        <p:sp>
          <p:nvSpPr>
            <p:cNvPr id="23" name="Rounded Rectangle 22"/>
            <p:cNvSpPr/>
            <p:nvPr/>
          </p:nvSpPr>
          <p:spPr bwMode="auto">
            <a:xfrm>
              <a:off x="3988818" y="2840087"/>
              <a:ext cx="4021770" cy="263430"/>
            </a:xfrm>
            <a:prstGeom prst="roundRect">
              <a:avLst/>
            </a:prstGeom>
            <a:noFill/>
            <a:ln w="28575" algn="ctr">
              <a:solidFill>
                <a:srgbClr val="FF0000"/>
              </a:solidFill>
              <a:miter lim="800000"/>
              <a:headEnd/>
              <a:tailEnd/>
            </a:ln>
            <a:effectLst/>
          </p:spPr>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sp>
          <p:nvSpPr>
            <p:cNvPr id="25" name="Rounded Rectangle 24"/>
            <p:cNvSpPr/>
            <p:nvPr/>
          </p:nvSpPr>
          <p:spPr bwMode="auto">
            <a:xfrm>
              <a:off x="3988818" y="3408315"/>
              <a:ext cx="2868177" cy="228137"/>
            </a:xfrm>
            <a:prstGeom prst="roundRect">
              <a:avLst/>
            </a:prstGeom>
            <a:noFill/>
            <a:ln w="28575" algn="ctr">
              <a:solidFill>
                <a:srgbClr val="FF0000"/>
              </a:solidFill>
              <a:miter lim="800000"/>
              <a:headEnd/>
              <a:tailEnd/>
            </a:ln>
            <a:effectLst/>
          </p:spPr>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grpSp>
    </p:spTree>
    <p:extLst>
      <p:ext uri="{BB962C8B-B14F-4D97-AF65-F5344CB8AC3E}">
        <p14:creationId xmlns:p14="http://schemas.microsoft.com/office/powerpoint/2010/main" val="489527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Optimizations enabled by explicit casting</a:t>
            </a:r>
            <a:endParaRPr lang="en-CA" dirty="0"/>
          </a:p>
        </p:txBody>
      </p:sp>
      <p:sp>
        <p:nvSpPr>
          <p:cNvPr id="3" name="Content Placeholder 2"/>
          <p:cNvSpPr>
            <a:spLocks noGrp="1"/>
          </p:cNvSpPr>
          <p:nvPr>
            <p:ph idx="1"/>
          </p:nvPr>
        </p:nvSpPr>
        <p:spPr/>
        <p:txBody>
          <a:bodyPr/>
          <a:lstStyle/>
          <a:p>
            <a:r>
              <a:rPr lang="en-CA" dirty="0" smtClean="0"/>
              <a:t>If we are casting to a leaf class, and the cast dominates a </a:t>
            </a:r>
            <a:r>
              <a:rPr lang="en-CA" dirty="0" err="1" smtClean="0"/>
              <a:t>vcall</a:t>
            </a:r>
            <a:r>
              <a:rPr lang="en-CA" dirty="0" smtClean="0"/>
              <a:t>, we are safe to </a:t>
            </a:r>
            <a:r>
              <a:rPr lang="en-CA" dirty="0" err="1" smtClean="0"/>
              <a:t>devirtualize</a:t>
            </a:r>
            <a:r>
              <a:rPr lang="en-CA" dirty="0" smtClean="0"/>
              <a:t> it.</a:t>
            </a:r>
            <a:endParaRPr lang="en-CA" dirty="0"/>
          </a:p>
        </p:txBody>
      </p:sp>
      <p:grpSp>
        <p:nvGrpSpPr>
          <p:cNvPr id="20" name="Group 19"/>
          <p:cNvGrpSpPr/>
          <p:nvPr/>
        </p:nvGrpSpPr>
        <p:grpSpPr>
          <a:xfrm>
            <a:off x="2781300" y="1752600"/>
            <a:ext cx="6172200" cy="3231654"/>
            <a:chOff x="2781300" y="1637824"/>
            <a:chExt cx="6172200" cy="3231654"/>
          </a:xfrm>
        </p:grpSpPr>
        <p:sp>
          <p:nvSpPr>
            <p:cNvPr id="12" name="TextBox 11"/>
            <p:cNvSpPr txBox="1"/>
            <p:nvPr/>
          </p:nvSpPr>
          <p:spPr>
            <a:xfrm>
              <a:off x="2781300" y="1637824"/>
              <a:ext cx="6172200" cy="3231654"/>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CA" sz="1200" dirty="0" err="1">
                  <a:solidFill>
                    <a:srgbClr val="4EC9B0"/>
                  </a:solidFill>
                  <a:latin typeface="Consolas" panose="020B0609020204030204" pitchFamily="49" charset="0"/>
                </a:rPr>
                <a:t>AccessPath</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a:t>
              </a:r>
              <a:r>
                <a:rPr lang="en-CA" sz="1200" dirty="0" err="1">
                  <a:solidFill>
                    <a:srgbClr val="DCDCAA"/>
                  </a:solidFill>
                  <a:latin typeface="Consolas" panose="020B0609020204030204" pitchFamily="49" charset="0"/>
                </a:rPr>
                <a:t>FindBestQueryPlan</a:t>
              </a:r>
              <a:r>
                <a:rPr lang="en-CA" sz="1200" dirty="0">
                  <a:solidFill>
                    <a:srgbClr val="CCCCCC"/>
                  </a:solidFill>
                  <a:latin typeface="Consolas" panose="020B0609020204030204" pitchFamily="49" charset="0"/>
                </a:rPr>
                <a:t>(</a:t>
              </a:r>
              <a:r>
                <a:rPr lang="en-CA" sz="1200" dirty="0">
                  <a:solidFill>
                    <a:srgbClr val="4EC9B0"/>
                  </a:solidFill>
                  <a:latin typeface="Consolas" panose="020B0609020204030204" pitchFamily="49" charset="0"/>
                </a:rPr>
                <a:t>THD</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a:t>
              </a:r>
              <a:r>
                <a:rPr lang="en-CA" sz="1200" dirty="0" err="1">
                  <a:solidFill>
                    <a:srgbClr val="9CDCFE"/>
                  </a:solidFill>
                  <a:latin typeface="Consolas" panose="020B0609020204030204" pitchFamily="49" charset="0"/>
                </a:rPr>
                <a:t>thd</a:t>
              </a:r>
              <a:r>
                <a:rPr lang="en-CA" sz="1200" dirty="0">
                  <a:solidFill>
                    <a:srgbClr val="CCCCCC"/>
                  </a:solidFill>
                  <a:latin typeface="Consolas" panose="020B0609020204030204" pitchFamily="49" charset="0"/>
                </a:rPr>
                <a:t>, </a:t>
              </a:r>
              <a:r>
                <a:rPr lang="en-CA" sz="1200" dirty="0" err="1">
                  <a:solidFill>
                    <a:srgbClr val="4EC9B0"/>
                  </a:solidFill>
                  <a:latin typeface="Consolas" panose="020B0609020204030204" pitchFamily="49" charset="0"/>
                </a:rPr>
                <a:t>Query_block</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a:t>
              </a:r>
              <a:r>
                <a:rPr lang="en-CA" sz="1200" dirty="0" err="1">
                  <a:solidFill>
                    <a:srgbClr val="9CDCFE"/>
                  </a:solidFill>
                  <a:latin typeface="Consolas" panose="020B0609020204030204" pitchFamily="49" charset="0"/>
                </a:rPr>
                <a:t>query_block</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string</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a:t>
              </a:r>
              <a:r>
                <a:rPr lang="en-CA" sz="1200" dirty="0">
                  <a:solidFill>
                    <a:srgbClr val="9CDCFE"/>
                  </a:solidFill>
                  <a:latin typeface="Consolas" panose="020B0609020204030204" pitchFamily="49" charset="0"/>
                </a:rPr>
                <a:t>trace</a:t>
              </a:r>
              <a:r>
                <a:rPr lang="en-CA" sz="1200" dirty="0">
                  <a:solidFill>
                    <a:srgbClr val="CCCCCC"/>
                  </a:solidFill>
                  <a:latin typeface="Consolas" panose="020B0609020204030204" pitchFamily="49" charset="0"/>
                </a:rPr>
                <a:t>) {</a:t>
              </a:r>
            </a:p>
            <a:p>
              <a:r>
                <a:rPr lang="en-CA" sz="1200" dirty="0">
                  <a:solidFill>
                    <a:srgbClr val="6A9955"/>
                  </a:solidFill>
                  <a:latin typeface="Consolas" panose="020B0609020204030204" pitchFamily="49" charset="0"/>
                </a:rPr>
                <a:t>/* ... */</a:t>
              </a:r>
              <a:endParaRPr lang="en-CA" sz="1200" dirty="0">
                <a:solidFill>
                  <a:srgbClr val="CCCCCC"/>
                </a:solidFill>
                <a:latin typeface="Consolas" panose="020B0609020204030204" pitchFamily="49" charset="0"/>
              </a:endParaRPr>
            </a:p>
            <a:p>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for</a:t>
              </a:r>
              <a:r>
                <a:rPr lang="en-CA" sz="1200" dirty="0">
                  <a:solidFill>
                    <a:srgbClr val="CCCCCC"/>
                  </a:solidFill>
                  <a:latin typeface="Consolas" panose="020B0609020204030204" pitchFamily="49" charset="0"/>
                </a:rPr>
                <a:t> (</a:t>
              </a:r>
              <a:r>
                <a:rPr lang="en-CA" sz="1200" dirty="0" err="1">
                  <a:solidFill>
                    <a:srgbClr val="569CD6"/>
                  </a:solidFill>
                  <a:latin typeface="Consolas" panose="020B0609020204030204" pitchFamily="49" charset="0"/>
                </a:rPr>
                <a:t>int</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i</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a:solidFill>
                    <a:srgbClr val="B5CEA8"/>
                  </a:solidFill>
                  <a:latin typeface="Consolas" panose="020B0609020204030204" pitchFamily="49" charset="0"/>
                </a:rPr>
                <a:t>0</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i</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&lt;</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static_cast</a:t>
              </a:r>
              <a:r>
                <a:rPr lang="en-CA" sz="1200" dirty="0">
                  <a:solidFill>
                    <a:srgbClr val="D4D4D4"/>
                  </a:solidFill>
                  <a:latin typeface="Consolas" panose="020B0609020204030204" pitchFamily="49" charset="0"/>
                </a:rPr>
                <a:t>&lt;</a:t>
              </a:r>
              <a:r>
                <a:rPr lang="en-CA" sz="1200" dirty="0" err="1">
                  <a:solidFill>
                    <a:srgbClr val="569CD6"/>
                  </a:solidFill>
                  <a:latin typeface="Consolas" panose="020B0609020204030204" pitchFamily="49" charset="0"/>
                </a:rPr>
                <a:t>int</a:t>
              </a:r>
              <a:r>
                <a:rPr lang="en-CA" sz="1200" dirty="0">
                  <a:solidFill>
                    <a:srgbClr val="D4D4D4"/>
                  </a:solidFill>
                  <a:latin typeface="Consolas" panose="020B0609020204030204" pitchFamily="49" charset="0"/>
                </a:rPr>
                <a:t>&gt;</a:t>
              </a:r>
              <a:r>
                <a:rPr lang="en-CA" sz="1200" dirty="0">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graph</a:t>
              </a:r>
              <a:r>
                <a:rPr lang="en-CA" sz="1200" dirty="0" err="1">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predicates</a:t>
              </a:r>
              <a:r>
                <a:rPr lang="en-CA" sz="1200" dirty="0" err="1">
                  <a:solidFill>
                    <a:srgbClr val="CCCCCC"/>
                  </a:solidFill>
                  <a:latin typeface="Consolas" panose="020B0609020204030204" pitchFamily="49" charset="0"/>
                </a:rPr>
                <a:t>.</a:t>
              </a:r>
              <a:r>
                <a:rPr lang="en-CA" sz="1200" dirty="0" err="1">
                  <a:solidFill>
                    <a:srgbClr val="DCDCAA"/>
                  </a:solidFill>
                  <a:latin typeface="Consolas" panose="020B0609020204030204" pitchFamily="49" charset="0"/>
                </a:rPr>
                <a:t>size</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err="1">
                  <a:solidFill>
                    <a:srgbClr val="9CDCFE"/>
                  </a:solidFill>
                  <a:latin typeface="Consolas" panose="020B0609020204030204" pitchFamily="49" charset="0"/>
                </a:rPr>
                <a:t>i</a:t>
              </a:r>
              <a:r>
                <a:rPr lang="en-CA" sz="1200" dirty="0">
                  <a:solidFill>
                    <a:srgbClr val="CCCCCC"/>
                  </a:solidFill>
                  <a:latin typeface="Consolas" panose="020B0609020204030204" pitchFamily="49" charset="0"/>
                </a:rPr>
                <a:t>) {</a:t>
              </a:r>
            </a:p>
            <a:p>
              <a:r>
                <a:rPr lang="en-CA" sz="1200" dirty="0">
                  <a:solidFill>
                    <a:srgbClr val="6A9955"/>
                  </a:solidFill>
                  <a:latin typeface="Consolas" panose="020B0609020204030204" pitchFamily="49" charset="0"/>
                </a:rPr>
                <a:t>    /* ... */</a:t>
              </a:r>
              <a:endParaRPr lang="en-CA" sz="1200" dirty="0">
                <a:solidFill>
                  <a:srgbClr val="CCCCCC"/>
                </a:solidFill>
                <a:latin typeface="Consolas" panose="020B0609020204030204" pitchFamily="49" charset="0"/>
              </a:endParaRPr>
            </a:p>
            <a:p>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Item</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9CDCFE"/>
                  </a:solidFill>
                  <a:latin typeface="Consolas" panose="020B0609020204030204" pitchFamily="49" charset="0"/>
                </a:rPr>
                <a:t>item</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graph</a:t>
              </a:r>
              <a:r>
                <a:rPr lang="en-CA" sz="1200" dirty="0" err="1">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predicates</a:t>
              </a:r>
              <a:r>
                <a:rPr lang="en-CA" sz="1200" dirty="0">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i</a:t>
              </a:r>
              <a:r>
                <a:rPr lang="en-CA" sz="1200" dirty="0">
                  <a:solidFill>
                    <a:srgbClr val="CCCCCC"/>
                  </a:solidFill>
                  <a:latin typeface="Consolas" panose="020B0609020204030204" pitchFamily="49" charset="0"/>
                </a:rPr>
                <a:t>].</a:t>
              </a:r>
              <a:r>
                <a:rPr lang="en-CA" sz="1200" dirty="0">
                  <a:solidFill>
                    <a:srgbClr val="9CDCFE"/>
                  </a:solidFill>
                  <a:latin typeface="Consolas" panose="020B0609020204030204" pitchFamily="49" charset="0"/>
                </a:rPr>
                <a:t>condition</a:t>
              </a:r>
              <a:r>
                <a:rPr lang="en-CA" sz="1200" dirty="0">
                  <a:solidFill>
                    <a:srgbClr val="CCCCCC"/>
                  </a:solidFill>
                  <a:latin typeface="Consolas" panose="020B0609020204030204" pitchFamily="49" charset="0"/>
                </a:rPr>
                <a:t>;</a:t>
              </a:r>
            </a:p>
            <a:p>
              <a:r>
                <a:rPr lang="en-CA" sz="1200" dirty="0">
                  <a:solidFill>
                    <a:srgbClr val="6A9955"/>
                  </a:solidFill>
                  <a:latin typeface="Consolas" panose="020B0609020204030204" pitchFamily="49" charset="0"/>
                </a:rPr>
                <a:t>    /* ... */</a:t>
              </a:r>
              <a:endParaRPr lang="en-CA" sz="1200" dirty="0">
                <a:solidFill>
                  <a:srgbClr val="CCCCCC"/>
                </a:solidFill>
                <a:latin typeface="Consolas" panose="020B0609020204030204" pitchFamily="49" charset="0"/>
              </a:endParaRPr>
            </a:p>
            <a:p>
              <a:r>
                <a:rPr lang="en-CA" sz="1200" dirty="0">
                  <a:solidFill>
                    <a:srgbClr val="CCCCCC"/>
                  </a:solidFill>
                  <a:latin typeface="Consolas" panose="020B0609020204030204" pitchFamily="49" charset="0"/>
                </a:rPr>
                <a:t>    </a:t>
              </a:r>
              <a:r>
                <a:rPr lang="en-CA" sz="1200" dirty="0" err="1">
                  <a:solidFill>
                    <a:srgbClr val="4EC9B0"/>
                  </a:solidFill>
                  <a:latin typeface="Consolas" panose="020B0609020204030204" pitchFamily="49" charset="0"/>
                </a:rPr>
                <a:t>Item_func_eq</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err="1">
                  <a:solidFill>
                    <a:srgbClr val="9CDCFE"/>
                  </a:solidFill>
                  <a:latin typeface="Consolas" panose="020B0609020204030204" pitchFamily="49" charset="0"/>
                </a:rPr>
                <a:t>eq_item</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err="1">
                  <a:solidFill>
                    <a:srgbClr val="DCDCAA"/>
                  </a:solidFill>
                  <a:latin typeface="Consolas" panose="020B0609020204030204" pitchFamily="49" charset="0"/>
                </a:rPr>
                <a:t>down_cast</a:t>
              </a:r>
              <a:r>
                <a:rPr lang="en-CA" sz="1200" dirty="0">
                  <a:solidFill>
                    <a:srgbClr val="CCCCCC"/>
                  </a:solidFill>
                  <a:latin typeface="Consolas" panose="020B0609020204030204" pitchFamily="49" charset="0"/>
                </a:rPr>
                <a:t>&lt;</a:t>
              </a:r>
              <a:r>
                <a:rPr lang="en-CA" sz="1200" dirty="0" err="1">
                  <a:solidFill>
                    <a:srgbClr val="4EC9B0"/>
                  </a:solidFill>
                  <a:latin typeface="Consolas" panose="020B0609020204030204" pitchFamily="49" charset="0"/>
                </a:rPr>
                <a:t>Item_func_eq</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&gt;(</a:t>
              </a:r>
              <a:r>
                <a:rPr lang="en-CA" sz="1200" dirty="0">
                  <a:solidFill>
                    <a:srgbClr val="9CDCFE"/>
                  </a:solidFill>
                  <a:latin typeface="Consolas" panose="020B0609020204030204" pitchFamily="49" charset="0"/>
                </a:rPr>
                <a:t>item</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if</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eq_item</a:t>
              </a:r>
              <a:r>
                <a:rPr lang="en-CA" sz="1200" dirty="0">
                  <a:solidFill>
                    <a:srgbClr val="CCCCCC"/>
                  </a:solidFill>
                  <a:latin typeface="Consolas" panose="020B0609020204030204" pitchFamily="49" charset="0"/>
                </a:rPr>
                <a:t>-&gt;</a:t>
              </a:r>
              <a:r>
                <a:rPr lang="en-CA" sz="1200" dirty="0" err="1">
                  <a:solidFill>
                    <a:srgbClr val="DCDCAA"/>
                  </a:solidFill>
                  <a:latin typeface="Consolas" panose="020B0609020204030204" pitchFamily="49" charset="0"/>
                </a:rPr>
                <a:t>get_comparator</a:t>
              </a:r>
              <a:r>
                <a:rPr lang="en-CA" sz="1200" dirty="0">
                  <a:solidFill>
                    <a:srgbClr val="CCCCCC"/>
                  </a:solidFill>
                  <a:latin typeface="Consolas" panose="020B0609020204030204" pitchFamily="49" charset="0"/>
                </a:rPr>
                <a:t>()-&gt;</a:t>
              </a:r>
              <a:r>
                <a:rPr lang="en-CA" sz="1200" dirty="0" err="1">
                  <a:solidFill>
                    <a:srgbClr val="DCDCAA"/>
                  </a:solidFill>
                  <a:latin typeface="Consolas" panose="020B0609020204030204" pitchFamily="49" charset="0"/>
                </a:rPr>
                <a:t>get_child_comparator_count</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&gt;=</a:t>
              </a:r>
              <a:r>
                <a:rPr lang="en-CA" sz="1200" dirty="0">
                  <a:solidFill>
                    <a:srgbClr val="CCCCCC"/>
                  </a:solidFill>
                  <a:latin typeface="Consolas" panose="020B0609020204030204" pitchFamily="49" charset="0"/>
                </a:rPr>
                <a:t> </a:t>
              </a:r>
              <a:r>
                <a:rPr lang="en-CA" sz="1200" dirty="0">
                  <a:solidFill>
                    <a:srgbClr val="B5CEA8"/>
                  </a:solidFill>
                  <a:latin typeface="Consolas" panose="020B0609020204030204" pitchFamily="49" charset="0"/>
                </a:rPr>
                <a:t>2</a:t>
              </a:r>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continue</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for</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unsigned</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arg_idx</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a:solidFill>
                    <a:srgbClr val="B5CEA8"/>
                  </a:solidFill>
                  <a:latin typeface="Consolas" panose="020B0609020204030204" pitchFamily="49" charset="0"/>
                </a:rPr>
                <a:t>0</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arg_idx</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&lt;</a:t>
              </a:r>
              <a:r>
                <a:rPr lang="en-CA" sz="1200" dirty="0">
                  <a:solidFill>
                    <a:srgbClr val="CCCCCC"/>
                  </a:solidFill>
                  <a:latin typeface="Consolas" panose="020B0609020204030204" pitchFamily="49" charset="0"/>
                </a:rPr>
                <a:t> </a:t>
              </a:r>
              <a:r>
                <a:rPr lang="en-CA" sz="1200" dirty="0">
                  <a:solidFill>
                    <a:srgbClr val="B5CEA8"/>
                  </a:solidFill>
                  <a:latin typeface="Consolas" panose="020B0609020204030204" pitchFamily="49" charset="0"/>
                </a:rPr>
                <a:t>2</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err="1">
                  <a:solidFill>
                    <a:srgbClr val="9CDCFE"/>
                  </a:solidFill>
                  <a:latin typeface="Consolas" panose="020B0609020204030204" pitchFamily="49" charset="0"/>
                </a:rPr>
                <a:t>arg_idx</a:t>
              </a:r>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Item</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9CDCFE"/>
                  </a:solidFill>
                  <a:latin typeface="Consolas" panose="020B0609020204030204" pitchFamily="49" charset="0"/>
                </a:rPr>
                <a:t>left</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eq_item</a:t>
              </a:r>
              <a:r>
                <a:rPr lang="en-CA" sz="1200" dirty="0">
                  <a:solidFill>
                    <a:srgbClr val="CCCCCC"/>
                  </a:solidFill>
                  <a:latin typeface="Consolas" panose="020B0609020204030204" pitchFamily="49" charset="0"/>
                </a:rPr>
                <a:t>-&gt;</a:t>
              </a:r>
              <a:r>
                <a:rPr lang="en-CA" sz="1200" dirty="0">
                  <a:solidFill>
                    <a:srgbClr val="DCDCAA"/>
                  </a:solidFill>
                  <a:latin typeface="Consolas" panose="020B0609020204030204" pitchFamily="49" charset="0"/>
                </a:rPr>
                <a:t>arguments</a:t>
              </a:r>
              <a:r>
                <a:rPr lang="en-CA" sz="1200" dirty="0">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arg_idx</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Item</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9CDCFE"/>
                  </a:solidFill>
                  <a:latin typeface="Consolas" panose="020B0609020204030204" pitchFamily="49" charset="0"/>
                </a:rPr>
                <a:t>right</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eq_item</a:t>
              </a:r>
              <a:r>
                <a:rPr lang="en-CA" sz="1200" dirty="0">
                  <a:solidFill>
                    <a:srgbClr val="CCCCCC"/>
                  </a:solidFill>
                  <a:latin typeface="Consolas" panose="020B0609020204030204" pitchFamily="49" charset="0"/>
                </a:rPr>
                <a:t>-&gt;</a:t>
              </a:r>
              <a:r>
                <a:rPr lang="en-CA" sz="1200" dirty="0">
                  <a:solidFill>
                    <a:srgbClr val="DCDCAA"/>
                  </a:solidFill>
                  <a:latin typeface="Consolas" panose="020B0609020204030204" pitchFamily="49" charset="0"/>
                </a:rPr>
                <a:t>arguments</a:t>
              </a:r>
              <a:r>
                <a:rPr lang="en-CA" sz="1200" dirty="0">
                  <a:solidFill>
                    <a:srgbClr val="CCCCCC"/>
                  </a:solidFill>
                  <a:latin typeface="Consolas" panose="020B0609020204030204" pitchFamily="49" charset="0"/>
                </a:rPr>
                <a:t>()[</a:t>
              </a:r>
              <a:r>
                <a:rPr lang="en-CA" sz="1200" dirty="0">
                  <a:solidFill>
                    <a:srgbClr val="B5CEA8"/>
                  </a:solidFill>
                  <a:latin typeface="Consolas" panose="020B0609020204030204" pitchFamily="49" charset="0"/>
                </a:rPr>
                <a:t>1</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arg_idx</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if</a:t>
              </a:r>
              <a:r>
                <a:rPr lang="en-CA" sz="1200" dirty="0">
                  <a:solidFill>
                    <a:srgbClr val="CCCCCC"/>
                  </a:solidFill>
                  <a:latin typeface="Consolas" panose="020B0609020204030204" pitchFamily="49" charset="0"/>
                </a:rPr>
                <a:t> (</a:t>
              </a:r>
              <a:r>
                <a:rPr lang="en-CA" sz="1200" dirty="0">
                  <a:solidFill>
                    <a:srgbClr val="9CDCFE"/>
                  </a:solidFill>
                  <a:latin typeface="Consolas" panose="020B0609020204030204" pitchFamily="49" charset="0"/>
                </a:rPr>
                <a:t>left</a:t>
              </a:r>
              <a:r>
                <a:rPr lang="en-CA" sz="1200" dirty="0">
                  <a:solidFill>
                    <a:srgbClr val="CCCCCC"/>
                  </a:solidFill>
                  <a:latin typeface="Consolas" panose="020B0609020204030204" pitchFamily="49" charset="0"/>
                </a:rPr>
                <a:t>-&gt;</a:t>
              </a:r>
              <a:r>
                <a:rPr lang="en-CA" sz="1200" dirty="0">
                  <a:solidFill>
                    <a:srgbClr val="DCDCAA"/>
                  </a:solidFill>
                  <a:latin typeface="Consolas" panose="020B0609020204030204" pitchFamily="49" charset="0"/>
                </a:rPr>
                <a:t>type</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Item</a:t>
              </a:r>
              <a:r>
                <a:rPr lang="en-CA" sz="1200" dirty="0">
                  <a:solidFill>
                    <a:srgbClr val="CCCCCC"/>
                  </a:solidFill>
                  <a:latin typeface="Consolas" panose="020B0609020204030204" pitchFamily="49" charset="0"/>
                </a:rPr>
                <a:t>::</a:t>
              </a:r>
              <a:r>
                <a:rPr lang="en-CA" sz="1200" dirty="0">
                  <a:solidFill>
                    <a:srgbClr val="4FC1FF"/>
                  </a:solidFill>
                  <a:latin typeface="Consolas" panose="020B0609020204030204" pitchFamily="49" charset="0"/>
                </a:rPr>
                <a:t>FIELD_ITEM</a:t>
              </a:r>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continue</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endParaRPr lang="en-CA" sz="1200" b="0" dirty="0">
                <a:solidFill>
                  <a:srgbClr val="CCCCCC"/>
                </a:solidFill>
                <a:effectLst/>
                <a:latin typeface="Consolas" panose="020B0609020204030204" pitchFamily="49" charset="0"/>
              </a:endParaRPr>
            </a:p>
          </p:txBody>
        </p:sp>
        <p:sp>
          <p:nvSpPr>
            <p:cNvPr id="15" name="Rounded Rectangle 14"/>
            <p:cNvSpPr/>
            <p:nvPr/>
          </p:nvSpPr>
          <p:spPr bwMode="auto">
            <a:xfrm>
              <a:off x="3124201" y="2578246"/>
              <a:ext cx="3733800" cy="228600"/>
            </a:xfrm>
            <a:prstGeom prst="roundRect">
              <a:avLst/>
            </a:prstGeom>
            <a:noFill/>
            <a:ln w="28575" algn="ctr">
              <a:solidFill>
                <a:srgbClr val="FF0000"/>
              </a:solidFill>
              <a:miter lim="800000"/>
              <a:headEnd/>
              <a:tailEnd/>
            </a:ln>
            <a:effectLst/>
          </p:spPr>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sp>
          <p:nvSpPr>
            <p:cNvPr id="16" name="Rounded Rectangle 15"/>
            <p:cNvSpPr/>
            <p:nvPr/>
          </p:nvSpPr>
          <p:spPr bwMode="auto">
            <a:xfrm>
              <a:off x="4419601" y="3847624"/>
              <a:ext cx="2590800" cy="254621"/>
            </a:xfrm>
            <a:prstGeom prst="roundRect">
              <a:avLst/>
            </a:prstGeom>
            <a:noFill/>
            <a:ln w="28575" algn="ctr">
              <a:solidFill>
                <a:srgbClr val="FF0000"/>
              </a:solidFill>
              <a:miter lim="800000"/>
              <a:headEnd/>
              <a:tailEnd/>
            </a:ln>
            <a:effectLst/>
          </p:spPr>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sp>
          <p:nvSpPr>
            <p:cNvPr id="17" name="Rounded Rectangle 16"/>
            <p:cNvSpPr/>
            <p:nvPr/>
          </p:nvSpPr>
          <p:spPr bwMode="auto">
            <a:xfrm>
              <a:off x="3124201" y="2933224"/>
              <a:ext cx="4800599" cy="267175"/>
            </a:xfrm>
            <a:prstGeom prst="roundRect">
              <a:avLst/>
            </a:prstGeom>
            <a:noFill/>
            <a:ln w="28575" algn="ctr">
              <a:solidFill>
                <a:srgbClr val="FF0000"/>
              </a:solidFill>
              <a:miter lim="800000"/>
              <a:headEnd/>
              <a:tailEnd/>
            </a:ln>
            <a:effectLst/>
          </p:spPr>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grpSp>
      <p:sp>
        <p:nvSpPr>
          <p:cNvPr id="18" name="TextBox 17"/>
          <p:cNvSpPr txBox="1"/>
          <p:nvPr/>
        </p:nvSpPr>
        <p:spPr>
          <a:xfrm>
            <a:off x="3352800" y="5181600"/>
            <a:ext cx="5029200" cy="830997"/>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US" sz="1200" dirty="0">
                <a:solidFill>
                  <a:srgbClr val="569CD6"/>
                </a:solidFill>
                <a:latin typeface="Consolas" panose="020B0609020204030204" pitchFamily="49" charset="0"/>
              </a:rPr>
              <a:t>virtual</a:t>
            </a:r>
            <a:r>
              <a:rPr lang="en-US" sz="1200" dirty="0">
                <a:solidFill>
                  <a:srgbClr val="CCCCCC"/>
                </a:solidFill>
                <a:latin typeface="Consolas" panose="020B0609020204030204" pitchFamily="49" charset="0"/>
              </a:rPr>
              <a:t> </a:t>
            </a:r>
            <a:r>
              <a:rPr lang="en-US" sz="1200" dirty="0" err="1">
                <a:solidFill>
                  <a:srgbClr val="4EC9B0"/>
                </a:solidFill>
                <a:latin typeface="Consolas" panose="020B0609020204030204" pitchFamily="49" charset="0"/>
              </a:rPr>
              <a:t>uint</a:t>
            </a:r>
            <a:r>
              <a:rPr lang="en-US" sz="1200" dirty="0">
                <a:solidFill>
                  <a:srgbClr val="CCCCCC"/>
                </a:solidFill>
                <a:latin typeface="Consolas" panose="020B0609020204030204" pitchFamily="49" charset="0"/>
              </a:rPr>
              <a:t> </a:t>
            </a:r>
            <a:r>
              <a:rPr lang="en-US" sz="1200" dirty="0" err="1">
                <a:solidFill>
                  <a:srgbClr val="DCDCAA"/>
                </a:solidFill>
                <a:latin typeface="Consolas" panose="020B0609020204030204" pitchFamily="49" charset="0"/>
              </a:rPr>
              <a:t>argument_count</a:t>
            </a:r>
            <a:r>
              <a:rPr lang="en-US" sz="1200" dirty="0">
                <a:solidFill>
                  <a:srgbClr val="CCCCCC"/>
                </a:solidFill>
                <a:latin typeface="Consolas" panose="020B0609020204030204" pitchFamily="49" charset="0"/>
              </a:rPr>
              <a:t>() </a:t>
            </a:r>
            <a:r>
              <a:rPr lang="en-US" sz="1200" dirty="0" err="1">
                <a:solidFill>
                  <a:srgbClr val="569CD6"/>
                </a:solidFill>
                <a:latin typeface="Consolas" panose="020B0609020204030204" pitchFamily="49" charset="0"/>
              </a:rPr>
              <a:t>const</a:t>
            </a:r>
            <a:r>
              <a:rPr lang="en-US" sz="1200" dirty="0">
                <a:solidFill>
                  <a:srgbClr val="CCCCCC"/>
                </a:solidFill>
                <a:latin typeface="Consolas" panose="020B0609020204030204" pitchFamily="49" charset="0"/>
              </a:rPr>
              <a:t> { </a:t>
            </a:r>
            <a:r>
              <a:rPr lang="en-US" sz="1200" dirty="0">
                <a:solidFill>
                  <a:srgbClr val="C586C0"/>
                </a:solidFill>
                <a:latin typeface="Consolas" panose="020B0609020204030204" pitchFamily="49" charset="0"/>
              </a:rPr>
              <a:t>return</a:t>
            </a:r>
            <a:r>
              <a:rPr lang="en-US" sz="1200" dirty="0">
                <a:solidFill>
                  <a:srgbClr val="CCCCCC"/>
                </a:solidFill>
                <a:latin typeface="Consolas" panose="020B0609020204030204" pitchFamily="49" charset="0"/>
              </a:rPr>
              <a:t> </a:t>
            </a:r>
            <a:r>
              <a:rPr lang="en-US" sz="1200" dirty="0" err="1">
                <a:solidFill>
                  <a:srgbClr val="9CDCFE"/>
                </a:solidFill>
                <a:latin typeface="Consolas" panose="020B0609020204030204" pitchFamily="49" charset="0"/>
              </a:rPr>
              <a:t>arg_count</a:t>
            </a:r>
            <a:r>
              <a:rPr lang="en-US" sz="1200" dirty="0">
                <a:solidFill>
                  <a:srgbClr val="CCCCCC"/>
                </a:solidFill>
                <a:latin typeface="Consolas" panose="020B0609020204030204" pitchFamily="49" charset="0"/>
              </a:rPr>
              <a:t>; }</a:t>
            </a:r>
          </a:p>
          <a:p>
            <a:r>
              <a:rPr lang="en-US" sz="1200" dirty="0">
                <a:solidFill>
                  <a:srgbClr val="CCCCCC"/>
                </a:solidFill>
                <a:latin typeface="Consolas" panose="020B0609020204030204" pitchFamily="49" charset="0"/>
              </a:rPr>
              <a:t>  </a:t>
            </a:r>
            <a:r>
              <a:rPr lang="en-US" sz="1200" dirty="0">
                <a:solidFill>
                  <a:srgbClr val="569CD6"/>
                </a:solidFill>
                <a:latin typeface="Consolas" panose="020B0609020204030204" pitchFamily="49" charset="0"/>
              </a:rPr>
              <a:t>inline</a:t>
            </a:r>
            <a:r>
              <a:rPr lang="en-US" sz="1200" dirty="0">
                <a:solidFill>
                  <a:srgbClr val="CCCCCC"/>
                </a:solidFill>
                <a:latin typeface="Consolas" panose="020B0609020204030204" pitchFamily="49" charset="0"/>
              </a:rPr>
              <a:t> </a:t>
            </a:r>
            <a:r>
              <a:rPr lang="en-US" sz="1200" dirty="0">
                <a:solidFill>
                  <a:srgbClr val="4EC9B0"/>
                </a:solidFill>
                <a:latin typeface="Consolas" panose="020B0609020204030204" pitchFamily="49" charset="0"/>
              </a:rPr>
              <a:t>Item</a:t>
            </a:r>
            <a:r>
              <a:rPr lang="en-US" sz="1200" dirty="0">
                <a:solidFill>
                  <a:srgbClr val="CCCCCC"/>
                </a:solidFill>
                <a:latin typeface="Consolas" panose="020B0609020204030204" pitchFamily="49" charset="0"/>
              </a:rPr>
              <a:t> </a:t>
            </a:r>
            <a:r>
              <a:rPr lang="en-US" sz="1200" dirty="0">
                <a:solidFill>
                  <a:srgbClr val="569CD6"/>
                </a:solidFill>
                <a:latin typeface="Consolas" panose="020B0609020204030204" pitchFamily="49" charset="0"/>
              </a:rPr>
              <a:t>**</a:t>
            </a:r>
            <a:r>
              <a:rPr lang="en-US" sz="1200" dirty="0">
                <a:solidFill>
                  <a:srgbClr val="DCDCAA"/>
                </a:solidFill>
                <a:latin typeface="Consolas" panose="020B0609020204030204" pitchFamily="49" charset="0"/>
              </a:rPr>
              <a:t>arguments</a:t>
            </a:r>
            <a:r>
              <a:rPr lang="en-US" sz="1200" dirty="0">
                <a:solidFill>
                  <a:srgbClr val="CCCCCC"/>
                </a:solidFill>
                <a:latin typeface="Consolas" panose="020B0609020204030204" pitchFamily="49" charset="0"/>
              </a:rPr>
              <a:t>() </a:t>
            </a:r>
            <a:r>
              <a:rPr lang="en-US" sz="1200" dirty="0" err="1">
                <a:solidFill>
                  <a:srgbClr val="569CD6"/>
                </a:solidFill>
                <a:latin typeface="Consolas" panose="020B0609020204030204" pitchFamily="49" charset="0"/>
              </a:rPr>
              <a:t>const</a:t>
            </a:r>
            <a:r>
              <a:rPr lang="en-US" sz="1200" dirty="0">
                <a:solidFill>
                  <a:srgbClr val="CCCCCC"/>
                </a:solidFill>
                <a:latin typeface="Consolas" panose="020B0609020204030204" pitchFamily="49" charset="0"/>
              </a:rPr>
              <a:t> {</a:t>
            </a:r>
          </a:p>
          <a:p>
            <a:r>
              <a:rPr lang="en-US" sz="1200" dirty="0">
                <a:solidFill>
                  <a:srgbClr val="CCCCCC"/>
                </a:solidFill>
                <a:latin typeface="Consolas" panose="020B0609020204030204" pitchFamily="49" charset="0"/>
              </a:rPr>
              <a:t>    </a:t>
            </a:r>
            <a:r>
              <a:rPr lang="en-US" sz="1200" dirty="0">
                <a:solidFill>
                  <a:srgbClr val="C586C0"/>
                </a:solidFill>
                <a:latin typeface="Consolas" panose="020B0609020204030204" pitchFamily="49" charset="0"/>
              </a:rPr>
              <a:t>return</a:t>
            </a:r>
            <a:r>
              <a:rPr lang="en-US" sz="1200" dirty="0">
                <a:solidFill>
                  <a:srgbClr val="CCCCCC"/>
                </a:solidFill>
                <a:latin typeface="Consolas" panose="020B0609020204030204" pitchFamily="49" charset="0"/>
              </a:rPr>
              <a:t> (</a:t>
            </a:r>
            <a:r>
              <a:rPr lang="en-US" sz="1200" dirty="0" err="1">
                <a:solidFill>
                  <a:srgbClr val="DCDCAA"/>
                </a:solidFill>
                <a:latin typeface="Consolas" panose="020B0609020204030204" pitchFamily="49" charset="0"/>
              </a:rPr>
              <a:t>argument_count</a:t>
            </a:r>
            <a:r>
              <a:rPr lang="en-US" sz="1200" dirty="0">
                <a:solidFill>
                  <a:srgbClr val="CCCCCC"/>
                </a:solidFill>
                <a:latin typeface="Consolas" panose="020B0609020204030204" pitchFamily="49" charset="0"/>
              </a:rPr>
              <a:t>() </a:t>
            </a:r>
            <a:r>
              <a:rPr lang="en-US" sz="1200" dirty="0">
                <a:solidFill>
                  <a:srgbClr val="D4D4D4"/>
                </a:solidFill>
                <a:latin typeface="Consolas" panose="020B0609020204030204" pitchFamily="49" charset="0"/>
              </a:rPr>
              <a:t>&gt;</a:t>
            </a:r>
            <a:r>
              <a:rPr lang="en-US" sz="1200" dirty="0">
                <a:solidFill>
                  <a:srgbClr val="CCCCCC"/>
                </a:solidFill>
                <a:latin typeface="Consolas" panose="020B0609020204030204" pitchFamily="49" charset="0"/>
              </a:rPr>
              <a:t> </a:t>
            </a:r>
            <a:r>
              <a:rPr lang="en-US" sz="1200" dirty="0">
                <a:solidFill>
                  <a:srgbClr val="B5CEA8"/>
                </a:solidFill>
                <a:latin typeface="Consolas" panose="020B0609020204030204" pitchFamily="49" charset="0"/>
              </a:rPr>
              <a:t>0</a:t>
            </a:r>
            <a:r>
              <a:rPr lang="en-US" sz="1200" dirty="0">
                <a:solidFill>
                  <a:srgbClr val="CCCCCC"/>
                </a:solidFill>
                <a:latin typeface="Consolas" panose="020B0609020204030204" pitchFamily="49" charset="0"/>
              </a:rPr>
              <a:t>) </a:t>
            </a:r>
            <a:r>
              <a:rPr lang="en-US" sz="1200" dirty="0">
                <a:solidFill>
                  <a:srgbClr val="D4D4D4"/>
                </a:solidFill>
                <a:latin typeface="Consolas" panose="020B0609020204030204" pitchFamily="49" charset="0"/>
              </a:rPr>
              <a:t>?</a:t>
            </a:r>
            <a:r>
              <a:rPr lang="en-US" sz="1200" dirty="0">
                <a:solidFill>
                  <a:srgbClr val="CCCCCC"/>
                </a:solidFill>
                <a:latin typeface="Consolas" panose="020B0609020204030204" pitchFamily="49" charset="0"/>
              </a:rPr>
              <a:t> </a:t>
            </a:r>
            <a:r>
              <a:rPr lang="en-US" sz="1200" dirty="0" err="1">
                <a:solidFill>
                  <a:srgbClr val="9CDCFE"/>
                </a:solidFill>
                <a:latin typeface="Consolas" panose="020B0609020204030204" pitchFamily="49" charset="0"/>
              </a:rPr>
              <a:t>args</a:t>
            </a:r>
            <a:r>
              <a:rPr lang="en-US" sz="1200" dirty="0">
                <a:solidFill>
                  <a:srgbClr val="CCCCCC"/>
                </a:solidFill>
                <a:latin typeface="Consolas" panose="020B0609020204030204" pitchFamily="49" charset="0"/>
              </a:rPr>
              <a:t> </a:t>
            </a:r>
            <a:r>
              <a:rPr lang="en-US" sz="1200" dirty="0">
                <a:solidFill>
                  <a:srgbClr val="D4D4D4"/>
                </a:solidFill>
                <a:latin typeface="Consolas" panose="020B0609020204030204" pitchFamily="49" charset="0"/>
              </a:rPr>
              <a:t>:</a:t>
            </a:r>
            <a:r>
              <a:rPr lang="en-US" sz="1200" dirty="0">
                <a:solidFill>
                  <a:srgbClr val="CCCCCC"/>
                </a:solidFill>
                <a:latin typeface="Consolas" panose="020B0609020204030204" pitchFamily="49" charset="0"/>
              </a:rPr>
              <a:t> </a:t>
            </a:r>
            <a:r>
              <a:rPr lang="en-US" sz="1200" dirty="0" err="1">
                <a:solidFill>
                  <a:srgbClr val="569CD6"/>
                </a:solidFill>
                <a:latin typeface="Consolas" panose="020B0609020204030204" pitchFamily="49" charset="0"/>
              </a:rPr>
              <a:t>nullptr</a:t>
            </a:r>
            <a:r>
              <a:rPr lang="en-US" sz="1200" dirty="0">
                <a:solidFill>
                  <a:srgbClr val="CCCCCC"/>
                </a:solidFill>
                <a:latin typeface="Consolas" panose="020B0609020204030204" pitchFamily="49" charset="0"/>
              </a:rPr>
              <a:t>;</a:t>
            </a:r>
          </a:p>
          <a:p>
            <a:r>
              <a:rPr lang="en-US" sz="1200" dirty="0">
                <a:solidFill>
                  <a:srgbClr val="CCCCCC"/>
                </a:solidFill>
                <a:latin typeface="Consolas" panose="020B0609020204030204" pitchFamily="49" charset="0"/>
              </a:rPr>
              <a:t>  }</a:t>
            </a:r>
            <a:endParaRPr lang="en-US" sz="12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7719017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Optimizations enabled by implicit casting</a:t>
            </a:r>
          </a:p>
        </p:txBody>
      </p:sp>
      <p:sp>
        <p:nvSpPr>
          <p:cNvPr id="3" name="Content Placeholder 2"/>
          <p:cNvSpPr>
            <a:spLocks noGrp="1"/>
          </p:cNvSpPr>
          <p:nvPr>
            <p:ph idx="1"/>
          </p:nvPr>
        </p:nvSpPr>
        <p:spPr/>
        <p:txBody>
          <a:bodyPr/>
          <a:lstStyle/>
          <a:p>
            <a:r>
              <a:rPr lang="en-CA" dirty="0" smtClean="0"/>
              <a:t>When we call a function which accepts pointer to base class with an argument which is a derived class, an implicit cast is performed.</a:t>
            </a:r>
            <a:endParaRPr lang="en-CA" dirty="0"/>
          </a:p>
        </p:txBody>
      </p:sp>
      <p:grpSp>
        <p:nvGrpSpPr>
          <p:cNvPr id="11" name="Group 10"/>
          <p:cNvGrpSpPr/>
          <p:nvPr/>
        </p:nvGrpSpPr>
        <p:grpSpPr>
          <a:xfrm>
            <a:off x="666727" y="2514600"/>
            <a:ext cx="10915691" cy="2677656"/>
            <a:chOff x="666727" y="2884944"/>
            <a:chExt cx="10915691" cy="2677656"/>
          </a:xfrm>
        </p:grpSpPr>
        <p:grpSp>
          <p:nvGrpSpPr>
            <p:cNvPr id="4" name="Group 3"/>
            <p:cNvGrpSpPr/>
            <p:nvPr/>
          </p:nvGrpSpPr>
          <p:grpSpPr>
            <a:xfrm>
              <a:off x="666727" y="2884944"/>
              <a:ext cx="10915691" cy="2677656"/>
              <a:chOff x="685800" y="2057808"/>
              <a:chExt cx="10915691" cy="2677656"/>
            </a:xfrm>
          </p:grpSpPr>
          <p:sp>
            <p:nvSpPr>
              <p:cNvPr id="5" name="TextBox 4"/>
              <p:cNvSpPr txBox="1"/>
              <p:nvPr/>
            </p:nvSpPr>
            <p:spPr>
              <a:xfrm>
                <a:off x="685800" y="2057808"/>
                <a:ext cx="5943600" cy="2677656"/>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CA" sz="1200" dirty="0" smtClean="0">
                    <a:solidFill>
                      <a:srgbClr val="569CD6"/>
                    </a:solidFill>
                    <a:latin typeface="Consolas" panose="020B0609020204030204" pitchFamily="49" charset="0"/>
                  </a:rPr>
                  <a:t>bool</a:t>
                </a:r>
                <a:r>
                  <a:rPr lang="en-CA" sz="1200" dirty="0" smtClean="0">
                    <a:solidFill>
                      <a:srgbClr val="CCCCCC"/>
                    </a:solidFill>
                    <a:latin typeface="Consolas" panose="020B0609020204030204" pitchFamily="49" charset="0"/>
                  </a:rPr>
                  <a:t> </a:t>
                </a:r>
                <a:r>
                  <a:rPr lang="en-CA" sz="1200" dirty="0" err="1">
                    <a:solidFill>
                      <a:srgbClr val="DCDCAA"/>
                    </a:solidFill>
                    <a:latin typeface="Consolas" panose="020B0609020204030204" pitchFamily="49" charset="0"/>
                  </a:rPr>
                  <a:t>hint_key_state</a:t>
                </a:r>
                <a:r>
                  <a:rPr lang="en-CA" sz="1200" dirty="0">
                    <a:solidFill>
                      <a:srgbClr val="CCCCCC"/>
                    </a:solidFill>
                    <a:latin typeface="Consolas" panose="020B0609020204030204" pitchFamily="49" charset="0"/>
                  </a:rPr>
                  <a:t>(</a:t>
                </a:r>
                <a:r>
                  <a:rPr lang="en-CA" sz="1200" dirty="0" err="1">
                    <a:solidFill>
                      <a:srgbClr val="569CD6"/>
                    </a:solidFill>
                    <a:latin typeface="Consolas" panose="020B0609020204030204" pitchFamily="49" charset="0"/>
                  </a:rPr>
                  <a:t>const</a:t>
                </a:r>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THD</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a:t>
                </a:r>
                <a:r>
                  <a:rPr lang="en-CA" sz="1200" dirty="0" err="1">
                    <a:solidFill>
                      <a:srgbClr val="9CDCFE"/>
                    </a:solidFill>
                    <a:latin typeface="Consolas" panose="020B0609020204030204" pitchFamily="49" charset="0"/>
                  </a:rPr>
                  <a:t>thd</a:t>
                </a:r>
                <a:r>
                  <a:rPr lang="en-CA" sz="1200" dirty="0">
                    <a:solidFill>
                      <a:srgbClr val="CCCCCC"/>
                    </a:solidFill>
                    <a:latin typeface="Consolas" panose="020B0609020204030204" pitchFamily="49" charset="0"/>
                  </a:rPr>
                  <a:t>, </a:t>
                </a:r>
                <a:r>
                  <a:rPr lang="en-CA" sz="1200" dirty="0" err="1">
                    <a:solidFill>
                      <a:srgbClr val="569CD6"/>
                    </a:solidFill>
                    <a:latin typeface="Consolas" panose="020B0609020204030204" pitchFamily="49" charset="0"/>
                  </a:rPr>
                  <a:t>const</a:t>
                </a:r>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TABLE_LIST</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a:t>
                </a:r>
                <a:r>
                  <a:rPr lang="en-CA" sz="1200" dirty="0" smtClean="0">
                    <a:solidFill>
                      <a:srgbClr val="9CDCFE"/>
                    </a:solidFill>
                    <a:latin typeface="Consolas" panose="020B0609020204030204" pitchFamily="49" charset="0"/>
                  </a:rPr>
                  <a:t>table</a:t>
                </a:r>
                <a:r>
                  <a:rPr lang="en-CA" sz="1200" dirty="0" smtClean="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smtClean="0">
                    <a:solidFill>
                      <a:srgbClr val="CCCCCC"/>
                    </a:solidFill>
                    <a:latin typeface="Consolas" panose="020B0609020204030204" pitchFamily="49" charset="0"/>
                  </a:rPr>
                  <a:t>        </a:t>
                </a:r>
                <a:r>
                  <a:rPr lang="en-CA" sz="1200" dirty="0" err="1" smtClean="0">
                    <a:solidFill>
                      <a:srgbClr val="4EC9B0"/>
                    </a:solidFill>
                    <a:latin typeface="Consolas" panose="020B0609020204030204" pitchFamily="49" charset="0"/>
                  </a:rPr>
                  <a:t>uint</a:t>
                </a:r>
                <a:r>
                  <a:rPr lang="en-CA" sz="1200" dirty="0" smtClean="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keyno</a:t>
                </a:r>
                <a:r>
                  <a:rPr lang="en-CA" sz="1200" dirty="0" smtClean="0">
                    <a:solidFill>
                      <a:srgbClr val="CCCCCC"/>
                    </a:solidFill>
                    <a:latin typeface="Consolas" panose="020B0609020204030204" pitchFamily="49" charset="0"/>
                  </a:rPr>
                  <a:t>, </a:t>
                </a:r>
                <a:r>
                  <a:rPr lang="en-CA" sz="1200" dirty="0" err="1" smtClean="0">
                    <a:solidFill>
                      <a:srgbClr val="4EC9B0"/>
                    </a:solidFill>
                    <a:latin typeface="Consolas" panose="020B0609020204030204" pitchFamily="49" charset="0"/>
                  </a:rPr>
                  <a:t>opt_hints_enum</a:t>
                </a:r>
                <a:r>
                  <a:rPr lang="en-CA" sz="1200" dirty="0" smtClean="0">
                    <a:solidFill>
                      <a:srgbClr val="CCCCCC"/>
                    </a:solidFill>
                    <a:latin typeface="Consolas" panose="020B0609020204030204" pitchFamily="49" charset="0"/>
                  </a:rPr>
                  <a:t> </a:t>
                </a:r>
                <a:r>
                  <a:rPr lang="en-CA" sz="1200" dirty="0" err="1" smtClean="0">
                    <a:solidFill>
                      <a:srgbClr val="9CDCFE"/>
                    </a:solidFill>
                    <a:latin typeface="Consolas" panose="020B0609020204030204" pitchFamily="49" charset="0"/>
                  </a:rPr>
                  <a:t>type_arg</a:t>
                </a:r>
                <a:r>
                  <a:rPr lang="en-CA" sz="1200" dirty="0" smtClean="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smtClean="0">
                    <a:solidFill>
                      <a:srgbClr val="CCCCCC"/>
                    </a:solidFill>
                    <a:latin typeface="Consolas" panose="020B0609020204030204" pitchFamily="49" charset="0"/>
                  </a:rPr>
                  <a:t>        </a:t>
                </a:r>
                <a:r>
                  <a:rPr lang="en-CA" sz="1200" dirty="0" err="1" smtClean="0">
                    <a:solidFill>
                      <a:srgbClr val="4EC9B0"/>
                    </a:solidFill>
                    <a:latin typeface="Consolas" panose="020B0609020204030204" pitchFamily="49" charset="0"/>
                  </a:rPr>
                  <a:t>uint</a:t>
                </a:r>
                <a:r>
                  <a:rPr lang="en-CA" sz="1200" dirty="0" smtClean="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optimizer_switch</a:t>
                </a:r>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  </a:t>
                </a:r>
                <a:r>
                  <a:rPr lang="en-CA" sz="1200" dirty="0" err="1">
                    <a:solidFill>
                      <a:srgbClr val="4EC9B0"/>
                    </a:solidFill>
                    <a:latin typeface="Consolas" panose="020B0609020204030204" pitchFamily="49" charset="0"/>
                  </a:rPr>
                  <a:t>Opt_hints_table</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err="1">
                    <a:solidFill>
                      <a:srgbClr val="9CDCFE"/>
                    </a:solidFill>
                    <a:latin typeface="Consolas" panose="020B0609020204030204" pitchFamily="49" charset="0"/>
                  </a:rPr>
                  <a:t>table_hints</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a:solidFill>
                      <a:srgbClr val="9CDCFE"/>
                    </a:solidFill>
                    <a:latin typeface="Consolas" panose="020B0609020204030204" pitchFamily="49" charset="0"/>
                  </a:rPr>
                  <a:t>table</a:t>
                </a:r>
                <a:r>
                  <a:rPr lang="en-CA" sz="1200" dirty="0">
                    <a:solidFill>
                      <a:srgbClr val="CCCCCC"/>
                    </a:solidFill>
                    <a:latin typeface="Consolas" panose="020B0609020204030204" pitchFamily="49" charset="0"/>
                  </a:rPr>
                  <a:t>-&gt;</a:t>
                </a:r>
                <a:r>
                  <a:rPr lang="en-CA" sz="1200" dirty="0" err="1">
                    <a:solidFill>
                      <a:srgbClr val="9CDCFE"/>
                    </a:solidFill>
                    <a:latin typeface="Consolas" panose="020B0609020204030204" pitchFamily="49" charset="0"/>
                  </a:rPr>
                  <a:t>opt_hints_table</a:t>
                </a:r>
                <a:r>
                  <a:rPr lang="en-CA" sz="1200" dirty="0">
                    <a:solidFill>
                      <a:srgbClr val="CCCCCC"/>
                    </a:solidFill>
                    <a:latin typeface="Consolas" panose="020B0609020204030204" pitchFamily="49" charset="0"/>
                  </a:rPr>
                  <a:t>;</a:t>
                </a:r>
              </a:p>
              <a:p>
                <a:endParaRPr lang="en-CA" sz="1200" dirty="0">
                  <a:solidFill>
                    <a:srgbClr val="CCCCCC"/>
                  </a:solidFill>
                  <a:latin typeface="Consolas" panose="020B0609020204030204" pitchFamily="49" charset="0"/>
                </a:endParaRPr>
              </a:p>
              <a:p>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if</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table_hints</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&amp;&amp;</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keyno</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MAX_KEY</a:t>
                </a:r>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    </a:t>
                </a:r>
                <a:r>
                  <a:rPr lang="en-CA" sz="1200" dirty="0" err="1">
                    <a:solidFill>
                      <a:srgbClr val="4EC9B0"/>
                    </a:solidFill>
                    <a:latin typeface="Consolas" panose="020B0609020204030204" pitchFamily="49" charset="0"/>
                  </a:rPr>
                  <a:t>Opt_hints_key</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err="1">
                    <a:solidFill>
                      <a:srgbClr val="9CDCFE"/>
                    </a:solidFill>
                    <a:latin typeface="Consolas" panose="020B0609020204030204" pitchFamily="49" charset="0"/>
                  </a:rPr>
                  <a:t>key_hints</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a:solidFill>
                      <a:srgbClr val="6A9955"/>
                    </a:solidFill>
                    <a:latin typeface="Consolas" panose="020B0609020204030204" pitchFamily="49" charset="0"/>
                  </a:rPr>
                  <a:t>/* ... </a:t>
                </a:r>
                <a:r>
                  <a:rPr lang="en-CA" sz="1200" dirty="0" smtClean="0">
                    <a:solidFill>
                      <a:srgbClr val="6A9955"/>
                    </a:solidFill>
                    <a:latin typeface="Consolas" panose="020B0609020204030204" pitchFamily="49" charset="0"/>
                  </a:rPr>
                  <a:t>*/</a:t>
                </a:r>
                <a:endParaRPr lang="en-CA" sz="1200" dirty="0">
                  <a:solidFill>
                    <a:srgbClr val="CCCCCC"/>
                  </a:solidFill>
                  <a:latin typeface="Consolas" panose="020B0609020204030204" pitchFamily="49" charset="0"/>
                </a:endParaRPr>
              </a:p>
              <a:p>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bool</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ret_val</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false</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if</a:t>
                </a:r>
                <a:r>
                  <a:rPr lang="en-CA" sz="1200" dirty="0">
                    <a:solidFill>
                      <a:srgbClr val="CCCCCC"/>
                    </a:solidFill>
                    <a:latin typeface="Consolas" panose="020B0609020204030204" pitchFamily="49" charset="0"/>
                  </a:rPr>
                  <a:t> (</a:t>
                </a:r>
                <a:r>
                  <a:rPr lang="en-CA" sz="1200" dirty="0" err="1">
                    <a:solidFill>
                      <a:srgbClr val="DCDCAA"/>
                    </a:solidFill>
                    <a:latin typeface="Consolas" panose="020B0609020204030204" pitchFamily="49" charset="0"/>
                  </a:rPr>
                  <a:t>get_hint_state</a:t>
                </a:r>
                <a:r>
                  <a:rPr lang="en-CA" sz="1200" dirty="0">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key_hints</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table_hints</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type_arg</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&amp;</a:t>
                </a:r>
                <a:r>
                  <a:rPr lang="en-CA" sz="1200" dirty="0" err="1">
                    <a:solidFill>
                      <a:srgbClr val="9CDCFE"/>
                    </a:solidFill>
                    <a:latin typeface="Consolas" panose="020B0609020204030204" pitchFamily="49" charset="0"/>
                  </a:rPr>
                  <a:t>ret_val</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return</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ret_val</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
                </a:r>
                <a:br>
                  <a:rPr lang="en-CA" sz="1200" dirty="0">
                    <a:solidFill>
                      <a:srgbClr val="CCCCCC"/>
                    </a:solidFill>
                    <a:latin typeface="Consolas" panose="020B0609020204030204" pitchFamily="49" charset="0"/>
                  </a:rPr>
                </a:br>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return</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thd</a:t>
                </a:r>
                <a:r>
                  <a:rPr lang="en-CA" sz="1200" dirty="0">
                    <a:solidFill>
                      <a:srgbClr val="CCCCCC"/>
                    </a:solidFill>
                    <a:latin typeface="Consolas" panose="020B0609020204030204" pitchFamily="49" charset="0"/>
                  </a:rPr>
                  <a:t>-&gt;</a:t>
                </a:r>
                <a:r>
                  <a:rPr lang="en-CA" sz="1200" dirty="0" err="1">
                    <a:solidFill>
                      <a:srgbClr val="DCDCAA"/>
                    </a:solidFill>
                    <a:latin typeface="Consolas" panose="020B0609020204030204" pitchFamily="49" charset="0"/>
                  </a:rPr>
                  <a:t>optimizer_switch_flag</a:t>
                </a:r>
                <a:r>
                  <a:rPr lang="en-CA" sz="1200" dirty="0">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optimizer_switch</a:t>
                </a:r>
                <a:r>
                  <a:rPr lang="en-CA" sz="1200" dirty="0">
                    <a:solidFill>
                      <a:srgbClr val="CCCCCC"/>
                    </a:solidFill>
                    <a:latin typeface="Consolas" panose="020B0609020204030204" pitchFamily="49" charset="0"/>
                  </a:rPr>
                  <a:t>);</a:t>
                </a:r>
              </a:p>
              <a:p>
                <a:r>
                  <a:rPr lang="en-CA" sz="1200" dirty="0" smtClean="0">
                    <a:solidFill>
                      <a:srgbClr val="CCCCCC"/>
                    </a:solidFill>
                    <a:latin typeface="Consolas" panose="020B0609020204030204" pitchFamily="49" charset="0"/>
                  </a:rPr>
                  <a:t>}</a:t>
                </a:r>
                <a:endParaRPr lang="en-CA" sz="1200" dirty="0">
                  <a:solidFill>
                    <a:srgbClr val="CCCCCC"/>
                  </a:solidFill>
                  <a:latin typeface="Consolas" panose="020B0609020204030204" pitchFamily="49" charset="0"/>
                </a:endParaRPr>
              </a:p>
            </p:txBody>
          </p:sp>
          <p:sp>
            <p:nvSpPr>
              <p:cNvPr id="6" name="TextBox 5"/>
              <p:cNvSpPr txBox="1"/>
              <p:nvPr/>
            </p:nvSpPr>
            <p:spPr>
              <a:xfrm>
                <a:off x="7029491" y="2149733"/>
                <a:ext cx="4572000" cy="2492990"/>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CA" sz="1200" dirty="0">
                    <a:solidFill>
                      <a:srgbClr val="569CD6"/>
                    </a:solidFill>
                    <a:latin typeface="Consolas" panose="020B0609020204030204" pitchFamily="49" charset="0"/>
                  </a:rPr>
                  <a:t>static</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bool</a:t>
                </a:r>
                <a:r>
                  <a:rPr lang="en-CA" sz="1200" dirty="0">
                    <a:solidFill>
                      <a:srgbClr val="CCCCCC"/>
                    </a:solidFill>
                    <a:latin typeface="Consolas" panose="020B0609020204030204" pitchFamily="49" charset="0"/>
                  </a:rPr>
                  <a:t> </a:t>
                </a:r>
                <a:r>
                  <a:rPr lang="en-CA" sz="1200" dirty="0" err="1">
                    <a:solidFill>
                      <a:srgbClr val="DCDCAA"/>
                    </a:solidFill>
                    <a:latin typeface="Consolas" panose="020B0609020204030204" pitchFamily="49" charset="0"/>
                  </a:rPr>
                  <a:t>get_hint_state</a:t>
                </a:r>
                <a:r>
                  <a:rPr lang="en-CA" sz="1200" dirty="0">
                    <a:solidFill>
                      <a:srgbClr val="CCCCCC"/>
                    </a:solidFill>
                    <a:latin typeface="Consolas" panose="020B0609020204030204" pitchFamily="49" charset="0"/>
                  </a:rPr>
                  <a:t>(</a:t>
                </a:r>
                <a:r>
                  <a:rPr lang="en-CA" sz="1200" dirty="0" err="1">
                    <a:solidFill>
                      <a:srgbClr val="4EC9B0"/>
                    </a:solidFill>
                    <a:latin typeface="Consolas" panose="020B0609020204030204" pitchFamily="49" charset="0"/>
                  </a:rPr>
                  <a:t>Opt_hints</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a:t>
                </a:r>
                <a:r>
                  <a:rPr lang="en-CA" sz="1200" dirty="0">
                    <a:solidFill>
                      <a:srgbClr val="9CDCFE"/>
                    </a:solidFill>
                    <a:latin typeface="Consolas" panose="020B0609020204030204" pitchFamily="49" charset="0"/>
                  </a:rPr>
                  <a:t>hint</a:t>
                </a:r>
                <a:r>
                  <a:rPr lang="en-CA" sz="1200" dirty="0">
                    <a:solidFill>
                      <a:srgbClr val="CCCCCC"/>
                    </a:solidFill>
                    <a:latin typeface="Consolas" panose="020B0609020204030204" pitchFamily="49" charset="0"/>
                  </a:rPr>
                  <a:t>, </a:t>
                </a:r>
                <a:endParaRPr lang="en-CA" sz="1200" dirty="0" smtClean="0">
                  <a:solidFill>
                    <a:srgbClr val="CCCCCC"/>
                  </a:solidFill>
                  <a:latin typeface="Consolas" panose="020B0609020204030204" pitchFamily="49" charset="0"/>
                </a:endParaRPr>
              </a:p>
              <a:p>
                <a:r>
                  <a:rPr lang="en-CA" sz="1200" dirty="0">
                    <a:solidFill>
                      <a:srgbClr val="CCCCCC"/>
                    </a:solidFill>
                    <a:latin typeface="Consolas" panose="020B0609020204030204" pitchFamily="49" charset="0"/>
                  </a:rPr>
                  <a:t>	</a:t>
                </a:r>
                <a:r>
                  <a:rPr lang="en-CA" sz="1200" dirty="0" smtClean="0">
                    <a:solidFill>
                      <a:srgbClr val="CCCCCC"/>
                    </a:solidFill>
                    <a:latin typeface="Consolas" panose="020B0609020204030204" pitchFamily="49" charset="0"/>
                  </a:rPr>
                  <a:t>	     </a:t>
                </a:r>
                <a:r>
                  <a:rPr lang="en-CA" sz="1200" dirty="0" err="1" smtClean="0">
                    <a:solidFill>
                      <a:srgbClr val="4EC9B0"/>
                    </a:solidFill>
                    <a:latin typeface="Consolas" panose="020B0609020204030204" pitchFamily="49" charset="0"/>
                  </a:rPr>
                  <a:t>Opt_hints</a:t>
                </a:r>
                <a:r>
                  <a:rPr lang="en-CA" sz="1200" dirty="0" smtClean="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a:t>
                </a:r>
                <a:r>
                  <a:rPr lang="en-CA" sz="1200" dirty="0" err="1">
                    <a:solidFill>
                      <a:srgbClr val="9CDCFE"/>
                    </a:solidFill>
                    <a:latin typeface="Consolas" panose="020B0609020204030204" pitchFamily="49" charset="0"/>
                  </a:rPr>
                  <a:t>parent_hint</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smtClean="0">
                    <a:solidFill>
                      <a:srgbClr val="CCCCCC"/>
                    </a:solidFill>
                    <a:latin typeface="Consolas" panose="020B0609020204030204" pitchFamily="49" charset="0"/>
                  </a:rPr>
                  <a:t> </a:t>
                </a:r>
                <a:r>
                  <a:rPr lang="en-CA" sz="1200" dirty="0" err="1" smtClean="0">
                    <a:solidFill>
                      <a:srgbClr val="4EC9B0"/>
                    </a:solidFill>
                    <a:latin typeface="Consolas" panose="020B0609020204030204" pitchFamily="49" charset="0"/>
                  </a:rPr>
                  <a:t>opt_hints_enum</a:t>
                </a:r>
                <a:r>
                  <a:rPr lang="en-CA" sz="1200" dirty="0" smtClean="0">
                    <a:solidFill>
                      <a:srgbClr val="CCCCCC"/>
                    </a:solidFill>
                    <a:latin typeface="Consolas" panose="020B0609020204030204" pitchFamily="49" charset="0"/>
                  </a:rPr>
                  <a:t> </a:t>
                </a:r>
                <a:r>
                  <a:rPr lang="en-CA" sz="1200" dirty="0" err="1" smtClean="0">
                    <a:solidFill>
                      <a:srgbClr val="9CDCFE"/>
                    </a:solidFill>
                    <a:latin typeface="Consolas" panose="020B0609020204030204" pitchFamily="49" charset="0"/>
                  </a:rPr>
                  <a:t>type_arg</a:t>
                </a:r>
                <a:r>
                  <a:rPr lang="en-CA" sz="1200" dirty="0" smtClean="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smtClean="0">
                    <a:solidFill>
                      <a:srgbClr val="CCCCCC"/>
                    </a:solidFill>
                    <a:latin typeface="Consolas" panose="020B0609020204030204" pitchFamily="49" charset="0"/>
                  </a:rPr>
                  <a:t>	     </a:t>
                </a:r>
                <a:r>
                  <a:rPr lang="en-CA" sz="1200" dirty="0" smtClean="0">
                    <a:solidFill>
                      <a:srgbClr val="569CD6"/>
                    </a:solidFill>
                    <a:latin typeface="Consolas" panose="020B0609020204030204" pitchFamily="49" charset="0"/>
                  </a:rPr>
                  <a:t>bool</a:t>
                </a:r>
                <a:r>
                  <a:rPr lang="en-CA" sz="1200" dirty="0" smtClean="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a:t>
                </a:r>
                <a:r>
                  <a:rPr lang="en-CA" sz="1200" dirty="0" err="1">
                    <a:solidFill>
                      <a:srgbClr val="9CDCFE"/>
                    </a:solidFill>
                    <a:latin typeface="Consolas" panose="020B0609020204030204" pitchFamily="49" charset="0"/>
                  </a:rPr>
                  <a:t>ret_val</a:t>
                </a:r>
                <a:r>
                  <a:rPr lang="en-CA" sz="1200" dirty="0">
                    <a:solidFill>
                      <a:srgbClr val="CCCCCC"/>
                    </a:solidFill>
                    <a:latin typeface="Consolas" panose="020B0609020204030204" pitchFamily="49" charset="0"/>
                  </a:rPr>
                  <a:t>) </a:t>
                </a:r>
                <a:r>
                  <a:rPr lang="en-CA" sz="1200" dirty="0" smtClean="0">
                    <a:solidFill>
                      <a:srgbClr val="CCCCCC"/>
                    </a:solidFill>
                    <a:latin typeface="Consolas" panose="020B0609020204030204" pitchFamily="49" charset="0"/>
                  </a:rPr>
                  <a:t>{</a:t>
                </a:r>
                <a:r>
                  <a:rPr lang="en-CA" sz="1200" dirty="0">
                    <a:solidFill>
                      <a:srgbClr val="CCCCCC"/>
                    </a:solidFill>
                    <a:latin typeface="Consolas" panose="020B0609020204030204" pitchFamily="49" charset="0"/>
                  </a:rPr>
                  <a:t/>
                </a:r>
                <a:br>
                  <a:rPr lang="en-CA" sz="1200" dirty="0">
                    <a:solidFill>
                      <a:srgbClr val="CCCCCC"/>
                    </a:solidFill>
                    <a:latin typeface="Consolas" panose="020B0609020204030204" pitchFamily="49" charset="0"/>
                  </a:rPr>
                </a:br>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if</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opt_hint_info</a:t>
                </a:r>
                <a:r>
                  <a:rPr lang="en-CA" sz="1200" dirty="0">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type_arg</a:t>
                </a:r>
                <a:r>
                  <a:rPr lang="en-CA" sz="1200" dirty="0">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switch_hint</a:t>
                </a:r>
                <a:r>
                  <a:rPr lang="en-CA" sz="1200" dirty="0">
                    <a:solidFill>
                      <a:srgbClr val="CCCCCC"/>
                    </a:solidFill>
                    <a:latin typeface="Consolas" panose="020B0609020204030204" pitchFamily="49" charset="0"/>
                  </a:rPr>
                  <a:t>) {</a:t>
                </a:r>
              </a:p>
              <a:p>
                <a:r>
                  <a:rPr lang="en-CA" sz="1200" dirty="0">
                    <a:solidFill>
                      <a:srgbClr val="6A9955"/>
                    </a:solidFill>
                    <a:latin typeface="Consolas" panose="020B0609020204030204" pitchFamily="49" charset="0"/>
                  </a:rPr>
                  <a:t>    /* ... */</a:t>
                </a:r>
                <a:endParaRPr lang="en-CA" sz="1200" dirty="0">
                  <a:solidFill>
                    <a:srgbClr val="CCCCCC"/>
                  </a:solidFill>
                  <a:latin typeface="Consolas" panose="020B0609020204030204" pitchFamily="49" charset="0"/>
                </a:endParaRPr>
              </a:p>
              <a:p>
                <a:r>
                  <a:rPr lang="en-CA" sz="1200" dirty="0">
                    <a:solidFill>
                      <a:srgbClr val="CCCCCC"/>
                    </a:solidFill>
                    <a:latin typeface="Consolas" panose="020B0609020204030204" pitchFamily="49" charset="0"/>
                  </a:rPr>
                  <a:t>  } </a:t>
                </a:r>
                <a:r>
                  <a:rPr lang="en-CA" sz="1200" dirty="0">
                    <a:solidFill>
                      <a:srgbClr val="C586C0"/>
                    </a:solidFill>
                    <a:latin typeface="Consolas" panose="020B0609020204030204" pitchFamily="49" charset="0"/>
                  </a:rPr>
                  <a:t>else</a:t>
                </a:r>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if</a:t>
                </a:r>
                <a:r>
                  <a:rPr lang="en-CA" sz="1200" dirty="0">
                    <a:solidFill>
                      <a:srgbClr val="CCCCCC"/>
                    </a:solidFill>
                    <a:latin typeface="Consolas" panose="020B0609020204030204" pitchFamily="49" charset="0"/>
                  </a:rPr>
                  <a:t> (</a:t>
                </a:r>
                <a:r>
                  <a:rPr lang="en-CA" sz="1200" dirty="0">
                    <a:solidFill>
                      <a:srgbClr val="9CDCFE"/>
                    </a:solidFill>
                    <a:latin typeface="Consolas" panose="020B0609020204030204" pitchFamily="49" charset="0"/>
                  </a:rPr>
                  <a:t>hint</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&amp;&amp;</a:t>
                </a:r>
                <a:r>
                  <a:rPr lang="en-CA" sz="1200" dirty="0">
                    <a:solidFill>
                      <a:srgbClr val="CCCCCC"/>
                    </a:solidFill>
                    <a:latin typeface="Consolas" panose="020B0609020204030204" pitchFamily="49" charset="0"/>
                  </a:rPr>
                  <a:t> </a:t>
                </a:r>
                <a:r>
                  <a:rPr lang="en-CA" sz="1200" dirty="0">
                    <a:solidFill>
                      <a:srgbClr val="9CDCFE"/>
                    </a:solidFill>
                    <a:latin typeface="Consolas" panose="020B0609020204030204" pitchFamily="49" charset="0"/>
                  </a:rPr>
                  <a:t>hint</a:t>
                </a:r>
                <a:r>
                  <a:rPr lang="en-CA" sz="1200" dirty="0">
                    <a:solidFill>
                      <a:srgbClr val="CCCCCC"/>
                    </a:solidFill>
                    <a:latin typeface="Consolas" panose="020B0609020204030204" pitchFamily="49" charset="0"/>
                  </a:rPr>
                  <a:t>-&gt;</a:t>
                </a:r>
                <a:r>
                  <a:rPr lang="en-CA" sz="1200" dirty="0" err="1">
                    <a:solidFill>
                      <a:srgbClr val="DCDCAA"/>
                    </a:solidFill>
                    <a:latin typeface="Consolas" panose="020B0609020204030204" pitchFamily="49" charset="0"/>
                  </a:rPr>
                  <a:t>is_specified</a:t>
                </a:r>
                <a:r>
                  <a:rPr lang="en-CA" sz="1200" dirty="0">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type_arg</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&amp;&amp;</a:t>
                </a:r>
                <a:endParaRPr lang="en-CA" sz="1200" dirty="0">
                  <a:solidFill>
                    <a:srgbClr val="CCCCCC"/>
                  </a:solidFill>
                  <a:latin typeface="Consolas" panose="020B0609020204030204" pitchFamily="49" charset="0"/>
                </a:endParaRPr>
              </a:p>
              <a:p>
                <a:r>
                  <a:rPr lang="en-CA" sz="1200" dirty="0">
                    <a:solidFill>
                      <a:srgbClr val="CCCCCC"/>
                    </a:solidFill>
                    <a:latin typeface="Consolas" panose="020B0609020204030204" pitchFamily="49" charset="0"/>
                  </a:rPr>
                  <a:t>        </a:t>
                </a:r>
                <a:r>
                  <a:rPr lang="en-CA" sz="1200" dirty="0">
                    <a:solidFill>
                      <a:srgbClr val="9CDCFE"/>
                    </a:solidFill>
                    <a:latin typeface="Consolas" panose="020B0609020204030204" pitchFamily="49" charset="0"/>
                  </a:rPr>
                  <a:t>hint</a:t>
                </a:r>
                <a:r>
                  <a:rPr lang="en-CA" sz="1200" dirty="0">
                    <a:solidFill>
                      <a:srgbClr val="CCCCCC"/>
                    </a:solidFill>
                    <a:latin typeface="Consolas" panose="020B0609020204030204" pitchFamily="49" charset="0"/>
                  </a:rPr>
                  <a:t>-&gt;</a:t>
                </a:r>
                <a:r>
                  <a:rPr lang="en-CA" sz="1200" dirty="0" err="1">
                    <a:solidFill>
                      <a:srgbClr val="DCDCAA"/>
                    </a:solidFill>
                    <a:latin typeface="Consolas" panose="020B0609020204030204" pitchFamily="49" charset="0"/>
                  </a:rPr>
                  <a:t>is_resolved</a:t>
                </a:r>
                <a:r>
                  <a:rPr lang="en-CA" sz="1200" dirty="0">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type_arg</a:t>
                </a:r>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err="1">
                    <a:solidFill>
                      <a:srgbClr val="9CDCFE"/>
                    </a:solidFill>
                    <a:latin typeface="Consolas" panose="020B0609020204030204" pitchFamily="49" charset="0"/>
                  </a:rPr>
                  <a:t>ret_val</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a:solidFill>
                      <a:srgbClr val="9CDCFE"/>
                    </a:solidFill>
                    <a:latin typeface="Consolas" panose="020B0609020204030204" pitchFamily="49" charset="0"/>
                  </a:rPr>
                  <a:t>hint</a:t>
                </a:r>
                <a:r>
                  <a:rPr lang="en-CA" sz="1200" dirty="0">
                    <a:solidFill>
                      <a:srgbClr val="CCCCCC"/>
                    </a:solidFill>
                    <a:latin typeface="Consolas" panose="020B0609020204030204" pitchFamily="49" charset="0"/>
                  </a:rPr>
                  <a:t>-&gt;</a:t>
                </a:r>
                <a:r>
                  <a:rPr lang="en-CA" sz="1200" dirty="0" err="1">
                    <a:solidFill>
                      <a:srgbClr val="DCDCAA"/>
                    </a:solidFill>
                    <a:latin typeface="Consolas" panose="020B0609020204030204" pitchFamily="49" charset="0"/>
                  </a:rPr>
                  <a:t>get_switch</a:t>
                </a:r>
                <a:r>
                  <a:rPr lang="en-CA" sz="1200" dirty="0">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type_arg</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return</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true</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p>
              <a:p>
                <a:r>
                  <a:rPr lang="en-CA" sz="1200" dirty="0" smtClean="0">
                    <a:solidFill>
                      <a:srgbClr val="CCCCCC"/>
                    </a:solidFill>
                    <a:latin typeface="Consolas" panose="020B0609020204030204" pitchFamily="49" charset="0"/>
                  </a:rPr>
                  <a:t>}</a:t>
                </a:r>
                <a:endParaRPr lang="en-CA" sz="1200" b="0" dirty="0">
                  <a:solidFill>
                    <a:srgbClr val="CCCCCC"/>
                  </a:solidFill>
                  <a:effectLst/>
                  <a:latin typeface="Consolas" panose="020B0609020204030204" pitchFamily="49" charset="0"/>
                </a:endParaRPr>
              </a:p>
            </p:txBody>
          </p:sp>
        </p:grpSp>
        <p:sp>
          <p:nvSpPr>
            <p:cNvPr id="7" name="Rounded Rectangle 6"/>
            <p:cNvSpPr/>
            <p:nvPr/>
          </p:nvSpPr>
          <p:spPr bwMode="auto">
            <a:xfrm>
              <a:off x="990601" y="3993200"/>
              <a:ext cx="2209800" cy="267175"/>
            </a:xfrm>
            <a:prstGeom prst="roundRect">
              <a:avLst/>
            </a:prstGeom>
            <a:noFill/>
            <a:ln w="28575" algn="ctr">
              <a:solidFill>
                <a:srgbClr val="FF0000"/>
              </a:solidFill>
              <a:miter lim="800000"/>
              <a:headEnd/>
              <a:tailEnd/>
            </a:ln>
            <a:effectLst/>
          </p:spPr>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sp>
          <p:nvSpPr>
            <p:cNvPr id="9" name="Rounded Rectangle 8"/>
            <p:cNvSpPr/>
            <p:nvPr/>
          </p:nvSpPr>
          <p:spPr bwMode="auto">
            <a:xfrm>
              <a:off x="1295400" y="4337654"/>
              <a:ext cx="5105400" cy="267175"/>
            </a:xfrm>
            <a:prstGeom prst="roundRect">
              <a:avLst/>
            </a:prstGeom>
            <a:noFill/>
            <a:ln w="28575" algn="ctr">
              <a:solidFill>
                <a:srgbClr val="FF0000"/>
              </a:solidFill>
              <a:miter lim="800000"/>
              <a:headEnd/>
              <a:tailEnd/>
            </a:ln>
            <a:effectLst/>
          </p:spPr>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sp>
          <p:nvSpPr>
            <p:cNvPr id="10" name="Rounded Rectangle 9"/>
            <p:cNvSpPr/>
            <p:nvPr/>
          </p:nvSpPr>
          <p:spPr bwMode="auto">
            <a:xfrm>
              <a:off x="8397016" y="4245135"/>
              <a:ext cx="2423383" cy="267175"/>
            </a:xfrm>
            <a:prstGeom prst="roundRect">
              <a:avLst/>
            </a:prstGeom>
            <a:noFill/>
            <a:ln w="28575" algn="ctr">
              <a:solidFill>
                <a:srgbClr val="FF0000"/>
              </a:solidFill>
              <a:miter lim="800000"/>
              <a:headEnd/>
              <a:tailEnd/>
            </a:ln>
            <a:effectLst/>
          </p:spPr>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grpSp>
    </p:spTree>
    <p:extLst>
      <p:ext uri="{BB962C8B-B14F-4D97-AF65-F5344CB8AC3E}">
        <p14:creationId xmlns:p14="http://schemas.microsoft.com/office/powerpoint/2010/main" val="859431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012" y="-143231"/>
            <a:ext cx="11563513" cy="1143000"/>
          </a:xfrm>
        </p:spPr>
        <p:txBody>
          <a:bodyPr/>
          <a:lstStyle/>
          <a:p>
            <a:r>
              <a:rPr lang="en-US" dirty="0" err="1"/>
              <a:t>Inlining</a:t>
            </a:r>
            <a:r>
              <a:rPr lang="en-US" dirty="0"/>
              <a:t> exposes </a:t>
            </a:r>
            <a:r>
              <a:rPr lang="en-US" dirty="0" smtClean="0"/>
              <a:t>more opportunities</a:t>
            </a:r>
            <a:endParaRPr lang="en-US" dirty="0"/>
          </a:p>
        </p:txBody>
      </p:sp>
      <p:sp>
        <p:nvSpPr>
          <p:cNvPr id="15" name="TextBox 14"/>
          <p:cNvSpPr txBox="1"/>
          <p:nvPr/>
        </p:nvSpPr>
        <p:spPr>
          <a:xfrm>
            <a:off x="1066800" y="1752600"/>
            <a:ext cx="2514600" cy="3231654"/>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CA" sz="1200">
                <a:solidFill>
                  <a:srgbClr val="569CD6"/>
                </a:solidFill>
                <a:latin typeface="Consolas" panose="020B0609020204030204" pitchFamily="49" charset="0"/>
              </a:rPr>
              <a:t>class</a:t>
            </a:r>
            <a:r>
              <a:rPr lang="en-CA" sz="1200">
                <a:solidFill>
                  <a:srgbClr val="CCCCCC"/>
                </a:solidFill>
                <a:latin typeface="Consolas" panose="020B0609020204030204" pitchFamily="49" charset="0"/>
              </a:rPr>
              <a:t> </a:t>
            </a:r>
            <a:r>
              <a:rPr lang="en-CA" sz="1200">
                <a:solidFill>
                  <a:srgbClr val="4EC9B0"/>
                </a:solidFill>
                <a:latin typeface="Consolas" panose="020B0609020204030204" pitchFamily="49" charset="0"/>
              </a:rPr>
              <a:t>A</a:t>
            </a:r>
            <a:r>
              <a:rPr lang="en-CA" sz="1200">
                <a:solidFill>
                  <a:srgbClr val="CCCCCC"/>
                </a:solidFill>
                <a:latin typeface="Consolas" panose="020B0609020204030204" pitchFamily="49" charset="0"/>
              </a:rPr>
              <a:t> {</a:t>
            </a:r>
          </a:p>
          <a:p>
            <a:r>
              <a:rPr lang="en-CA" sz="1200">
                <a:solidFill>
                  <a:srgbClr val="569CD6"/>
                </a:solidFill>
                <a:latin typeface="Consolas" panose="020B0609020204030204" pitchFamily="49" charset="0"/>
              </a:rPr>
              <a:t>public:</a:t>
            </a:r>
            <a:endParaRPr lang="en-CA" sz="1200">
              <a:solidFill>
                <a:srgbClr val="CCCCCC"/>
              </a:solidFill>
              <a:latin typeface="Consolas" panose="020B0609020204030204" pitchFamily="49" charset="0"/>
            </a:endParaRPr>
          </a:p>
          <a:p>
            <a:r>
              <a:rPr lang="en-CA" sz="1200">
                <a:solidFill>
                  <a:srgbClr val="CCCCCC"/>
                </a:solidFill>
                <a:latin typeface="Consolas" panose="020B0609020204030204" pitchFamily="49" charset="0"/>
              </a:rPr>
              <a:t>  </a:t>
            </a:r>
            <a:r>
              <a:rPr lang="en-CA" sz="1200">
                <a:solidFill>
                  <a:srgbClr val="569CD6"/>
                </a:solidFill>
                <a:latin typeface="Consolas" panose="020B0609020204030204" pitchFamily="49" charset="0"/>
              </a:rPr>
              <a:t>virtual</a:t>
            </a:r>
            <a:r>
              <a:rPr lang="en-CA" sz="1200">
                <a:solidFill>
                  <a:srgbClr val="CCCCCC"/>
                </a:solidFill>
                <a:latin typeface="Consolas" panose="020B0609020204030204" pitchFamily="49" charset="0"/>
              </a:rPr>
              <a:t> </a:t>
            </a:r>
            <a:r>
              <a:rPr lang="en-CA" sz="1200">
                <a:solidFill>
                  <a:srgbClr val="569CD6"/>
                </a:solidFill>
                <a:latin typeface="Consolas" panose="020B0609020204030204" pitchFamily="49" charset="0"/>
              </a:rPr>
              <a:t>void</a:t>
            </a:r>
            <a:r>
              <a:rPr lang="en-CA" sz="1200">
                <a:solidFill>
                  <a:srgbClr val="CCCCCC"/>
                </a:solidFill>
                <a:latin typeface="Consolas" panose="020B0609020204030204" pitchFamily="49" charset="0"/>
              </a:rPr>
              <a:t> </a:t>
            </a:r>
            <a:r>
              <a:rPr lang="en-CA" sz="1200">
                <a:solidFill>
                  <a:srgbClr val="DCDCAA"/>
                </a:solidFill>
                <a:latin typeface="Consolas" panose="020B0609020204030204" pitchFamily="49" charset="0"/>
              </a:rPr>
              <a:t>foo</a:t>
            </a:r>
            <a:r>
              <a:rPr lang="en-CA" sz="1200">
                <a:solidFill>
                  <a:srgbClr val="CCCCCC"/>
                </a:solidFill>
                <a:latin typeface="Consolas" panose="020B0609020204030204" pitchFamily="49" charset="0"/>
              </a:rPr>
              <a:t>() {}</a:t>
            </a:r>
          </a:p>
          <a:p>
            <a:r>
              <a:rPr lang="en-CA" sz="1200">
                <a:solidFill>
                  <a:srgbClr val="CCCCCC"/>
                </a:solidFill>
                <a:latin typeface="Consolas" panose="020B0609020204030204" pitchFamily="49" charset="0"/>
              </a:rPr>
              <a:t>};</a:t>
            </a:r>
          </a:p>
          <a:p>
            <a:r>
              <a:rPr lang="en-CA" sz="1200">
                <a:solidFill>
                  <a:srgbClr val="CCCCCC"/>
                </a:solidFill>
                <a:latin typeface="Consolas" panose="020B0609020204030204" pitchFamily="49" charset="0"/>
              </a:rPr>
              <a:t/>
            </a:r>
            <a:br>
              <a:rPr lang="en-CA" sz="1200">
                <a:solidFill>
                  <a:srgbClr val="CCCCCC"/>
                </a:solidFill>
                <a:latin typeface="Consolas" panose="020B0609020204030204" pitchFamily="49" charset="0"/>
              </a:rPr>
            </a:br>
            <a:r>
              <a:rPr lang="en-CA" sz="1200">
                <a:solidFill>
                  <a:srgbClr val="569CD6"/>
                </a:solidFill>
                <a:latin typeface="Consolas" panose="020B0609020204030204" pitchFamily="49" charset="0"/>
              </a:rPr>
              <a:t>class</a:t>
            </a:r>
            <a:r>
              <a:rPr lang="en-CA" sz="1200">
                <a:solidFill>
                  <a:srgbClr val="CCCCCC"/>
                </a:solidFill>
                <a:latin typeface="Consolas" panose="020B0609020204030204" pitchFamily="49" charset="0"/>
              </a:rPr>
              <a:t> </a:t>
            </a:r>
            <a:r>
              <a:rPr lang="en-CA" sz="1200">
                <a:solidFill>
                  <a:srgbClr val="4EC9B0"/>
                </a:solidFill>
                <a:latin typeface="Consolas" panose="020B0609020204030204" pitchFamily="49" charset="0"/>
              </a:rPr>
              <a:t>B</a:t>
            </a:r>
            <a:r>
              <a:rPr lang="en-CA" sz="1200">
                <a:solidFill>
                  <a:srgbClr val="CCCCCC"/>
                </a:solidFill>
                <a:latin typeface="Consolas" panose="020B0609020204030204" pitchFamily="49" charset="0"/>
              </a:rPr>
              <a:t> : </a:t>
            </a:r>
            <a:r>
              <a:rPr lang="en-CA" sz="1200">
                <a:solidFill>
                  <a:srgbClr val="569CD6"/>
                </a:solidFill>
                <a:latin typeface="Consolas" panose="020B0609020204030204" pitchFamily="49" charset="0"/>
              </a:rPr>
              <a:t>public</a:t>
            </a:r>
            <a:r>
              <a:rPr lang="en-CA" sz="1200">
                <a:solidFill>
                  <a:srgbClr val="CCCCCC"/>
                </a:solidFill>
                <a:latin typeface="Consolas" panose="020B0609020204030204" pitchFamily="49" charset="0"/>
              </a:rPr>
              <a:t> </a:t>
            </a:r>
            <a:r>
              <a:rPr lang="en-CA" sz="1200">
                <a:solidFill>
                  <a:srgbClr val="4EC9B0"/>
                </a:solidFill>
                <a:latin typeface="Consolas" panose="020B0609020204030204" pitchFamily="49" charset="0"/>
              </a:rPr>
              <a:t>A</a:t>
            </a:r>
            <a:r>
              <a:rPr lang="en-CA" sz="1200">
                <a:solidFill>
                  <a:srgbClr val="CCCCCC"/>
                </a:solidFill>
                <a:latin typeface="Consolas" panose="020B0609020204030204" pitchFamily="49" charset="0"/>
              </a:rPr>
              <a:t> {</a:t>
            </a:r>
          </a:p>
          <a:p>
            <a:r>
              <a:rPr lang="en-CA" sz="1200">
                <a:solidFill>
                  <a:srgbClr val="569CD6"/>
                </a:solidFill>
                <a:latin typeface="Consolas" panose="020B0609020204030204" pitchFamily="49" charset="0"/>
              </a:rPr>
              <a:t>public:</a:t>
            </a:r>
            <a:endParaRPr lang="en-CA" sz="1200">
              <a:solidFill>
                <a:srgbClr val="CCCCCC"/>
              </a:solidFill>
              <a:latin typeface="Consolas" panose="020B0609020204030204" pitchFamily="49" charset="0"/>
            </a:endParaRPr>
          </a:p>
          <a:p>
            <a:r>
              <a:rPr lang="en-CA" sz="1200">
                <a:solidFill>
                  <a:srgbClr val="CCCCCC"/>
                </a:solidFill>
                <a:latin typeface="Consolas" panose="020B0609020204030204" pitchFamily="49" charset="0"/>
              </a:rPr>
              <a:t>  </a:t>
            </a:r>
            <a:r>
              <a:rPr lang="en-CA" sz="1200">
                <a:solidFill>
                  <a:srgbClr val="569CD6"/>
                </a:solidFill>
                <a:latin typeface="Consolas" panose="020B0609020204030204" pitchFamily="49" charset="0"/>
              </a:rPr>
              <a:t>void</a:t>
            </a:r>
            <a:r>
              <a:rPr lang="en-CA" sz="1200">
                <a:solidFill>
                  <a:srgbClr val="CCCCCC"/>
                </a:solidFill>
                <a:latin typeface="Consolas" panose="020B0609020204030204" pitchFamily="49" charset="0"/>
              </a:rPr>
              <a:t> </a:t>
            </a:r>
            <a:r>
              <a:rPr lang="en-CA" sz="1200">
                <a:solidFill>
                  <a:srgbClr val="DCDCAA"/>
                </a:solidFill>
                <a:latin typeface="Consolas" panose="020B0609020204030204" pitchFamily="49" charset="0"/>
              </a:rPr>
              <a:t>foo</a:t>
            </a:r>
            <a:r>
              <a:rPr lang="en-CA" sz="1200">
                <a:solidFill>
                  <a:srgbClr val="CCCCCC"/>
                </a:solidFill>
                <a:latin typeface="Consolas" panose="020B0609020204030204" pitchFamily="49" charset="0"/>
              </a:rPr>
              <a:t>() {}</a:t>
            </a:r>
          </a:p>
          <a:p>
            <a:r>
              <a:rPr lang="en-CA" sz="1200">
                <a:solidFill>
                  <a:srgbClr val="CCCCCC"/>
                </a:solidFill>
                <a:latin typeface="Consolas" panose="020B0609020204030204" pitchFamily="49" charset="0"/>
              </a:rPr>
              <a:t>};</a:t>
            </a:r>
          </a:p>
          <a:p>
            <a:r>
              <a:rPr lang="en-CA" sz="1200">
                <a:solidFill>
                  <a:srgbClr val="CCCCCC"/>
                </a:solidFill>
                <a:latin typeface="Consolas" panose="020B0609020204030204" pitchFamily="49" charset="0"/>
              </a:rPr>
              <a:t/>
            </a:r>
            <a:br>
              <a:rPr lang="en-CA" sz="1200">
                <a:solidFill>
                  <a:srgbClr val="CCCCCC"/>
                </a:solidFill>
                <a:latin typeface="Consolas" panose="020B0609020204030204" pitchFamily="49" charset="0"/>
              </a:rPr>
            </a:br>
            <a:r>
              <a:rPr lang="en-CA" sz="1200">
                <a:solidFill>
                  <a:srgbClr val="569CD6"/>
                </a:solidFill>
                <a:latin typeface="Consolas" panose="020B0609020204030204" pitchFamily="49" charset="0"/>
              </a:rPr>
              <a:t>void</a:t>
            </a:r>
            <a:r>
              <a:rPr lang="en-CA" sz="1200">
                <a:solidFill>
                  <a:srgbClr val="CCCCCC"/>
                </a:solidFill>
                <a:latin typeface="Consolas" panose="020B0609020204030204" pitchFamily="49" charset="0"/>
              </a:rPr>
              <a:t> </a:t>
            </a:r>
            <a:r>
              <a:rPr lang="en-CA" sz="1200">
                <a:solidFill>
                  <a:srgbClr val="DCDCAA"/>
                </a:solidFill>
                <a:latin typeface="Consolas" panose="020B0609020204030204" pitchFamily="49" charset="0"/>
              </a:rPr>
              <a:t>baz</a:t>
            </a:r>
            <a:r>
              <a:rPr lang="en-CA" sz="1200">
                <a:solidFill>
                  <a:srgbClr val="CCCCCC"/>
                </a:solidFill>
                <a:latin typeface="Consolas" panose="020B0609020204030204" pitchFamily="49" charset="0"/>
              </a:rPr>
              <a:t>(</a:t>
            </a:r>
            <a:r>
              <a:rPr lang="en-CA" sz="1200">
                <a:solidFill>
                  <a:srgbClr val="4EC9B0"/>
                </a:solidFill>
                <a:latin typeface="Consolas" panose="020B0609020204030204" pitchFamily="49" charset="0"/>
              </a:rPr>
              <a:t>A</a:t>
            </a:r>
            <a:r>
              <a:rPr lang="en-CA" sz="1200">
                <a:solidFill>
                  <a:srgbClr val="CCCCCC"/>
                </a:solidFill>
                <a:latin typeface="Consolas" panose="020B0609020204030204" pitchFamily="49" charset="0"/>
              </a:rPr>
              <a:t> </a:t>
            </a:r>
            <a:r>
              <a:rPr lang="en-CA" sz="1200">
                <a:solidFill>
                  <a:srgbClr val="569CD6"/>
                </a:solidFill>
                <a:latin typeface="Consolas" panose="020B0609020204030204" pitchFamily="49" charset="0"/>
              </a:rPr>
              <a:t>*</a:t>
            </a:r>
            <a:r>
              <a:rPr lang="en-CA" sz="1200">
                <a:solidFill>
                  <a:srgbClr val="9CDCFE"/>
                </a:solidFill>
                <a:latin typeface="Consolas" panose="020B0609020204030204" pitchFamily="49" charset="0"/>
              </a:rPr>
              <a:t>a</a:t>
            </a:r>
            <a:r>
              <a:rPr lang="en-CA" sz="1200">
                <a:solidFill>
                  <a:srgbClr val="CCCCCC"/>
                </a:solidFill>
                <a:latin typeface="Consolas" panose="020B0609020204030204" pitchFamily="49" charset="0"/>
              </a:rPr>
              <a:t>);</a:t>
            </a:r>
          </a:p>
          <a:p>
            <a:r>
              <a:rPr lang="en-CA" sz="1200">
                <a:solidFill>
                  <a:srgbClr val="CCCCCC"/>
                </a:solidFill>
                <a:latin typeface="Consolas" panose="020B0609020204030204" pitchFamily="49" charset="0"/>
              </a:rPr>
              <a:t/>
            </a:r>
            <a:br>
              <a:rPr lang="en-CA" sz="1200">
                <a:solidFill>
                  <a:srgbClr val="CCCCCC"/>
                </a:solidFill>
                <a:latin typeface="Consolas" panose="020B0609020204030204" pitchFamily="49" charset="0"/>
              </a:rPr>
            </a:br>
            <a:r>
              <a:rPr lang="en-CA" sz="1200">
                <a:solidFill>
                  <a:srgbClr val="569CD6"/>
                </a:solidFill>
                <a:latin typeface="Consolas" panose="020B0609020204030204" pitchFamily="49" charset="0"/>
              </a:rPr>
              <a:t>void</a:t>
            </a:r>
            <a:r>
              <a:rPr lang="en-CA" sz="1200">
                <a:solidFill>
                  <a:srgbClr val="CCCCCC"/>
                </a:solidFill>
                <a:latin typeface="Consolas" panose="020B0609020204030204" pitchFamily="49" charset="0"/>
              </a:rPr>
              <a:t> </a:t>
            </a:r>
            <a:r>
              <a:rPr lang="en-CA" sz="1200">
                <a:solidFill>
                  <a:srgbClr val="DCDCAA"/>
                </a:solidFill>
                <a:latin typeface="Consolas" panose="020B0609020204030204" pitchFamily="49" charset="0"/>
              </a:rPr>
              <a:t>bar</a:t>
            </a:r>
            <a:r>
              <a:rPr lang="en-CA" sz="1200">
                <a:solidFill>
                  <a:srgbClr val="CCCCCC"/>
                </a:solidFill>
                <a:latin typeface="Consolas" panose="020B0609020204030204" pitchFamily="49" charset="0"/>
              </a:rPr>
              <a:t>(</a:t>
            </a:r>
            <a:r>
              <a:rPr lang="en-CA" sz="1200">
                <a:solidFill>
                  <a:srgbClr val="4EC9B0"/>
                </a:solidFill>
                <a:latin typeface="Consolas" panose="020B0609020204030204" pitchFamily="49" charset="0"/>
              </a:rPr>
              <a:t>A</a:t>
            </a:r>
            <a:r>
              <a:rPr lang="en-CA" sz="1200">
                <a:solidFill>
                  <a:srgbClr val="CCCCCC"/>
                </a:solidFill>
                <a:latin typeface="Consolas" panose="020B0609020204030204" pitchFamily="49" charset="0"/>
              </a:rPr>
              <a:t> </a:t>
            </a:r>
            <a:r>
              <a:rPr lang="en-CA" sz="1200">
                <a:solidFill>
                  <a:srgbClr val="569CD6"/>
                </a:solidFill>
                <a:latin typeface="Consolas" panose="020B0609020204030204" pitchFamily="49" charset="0"/>
              </a:rPr>
              <a:t>*</a:t>
            </a:r>
            <a:r>
              <a:rPr lang="en-CA" sz="1200">
                <a:solidFill>
                  <a:srgbClr val="9CDCFE"/>
                </a:solidFill>
                <a:latin typeface="Consolas" panose="020B0609020204030204" pitchFamily="49" charset="0"/>
              </a:rPr>
              <a:t>a</a:t>
            </a:r>
            <a:r>
              <a:rPr lang="en-CA" sz="1200">
                <a:solidFill>
                  <a:srgbClr val="CCCCCC"/>
                </a:solidFill>
                <a:latin typeface="Consolas" panose="020B0609020204030204" pitchFamily="49" charset="0"/>
              </a:rPr>
              <a:t>, </a:t>
            </a:r>
            <a:r>
              <a:rPr lang="en-CA" sz="1200">
                <a:solidFill>
                  <a:srgbClr val="4EC9B0"/>
                </a:solidFill>
                <a:latin typeface="Consolas" panose="020B0609020204030204" pitchFamily="49" charset="0"/>
              </a:rPr>
              <a:t>B</a:t>
            </a:r>
            <a:r>
              <a:rPr lang="en-CA" sz="1200">
                <a:solidFill>
                  <a:srgbClr val="CCCCCC"/>
                </a:solidFill>
                <a:latin typeface="Consolas" panose="020B0609020204030204" pitchFamily="49" charset="0"/>
              </a:rPr>
              <a:t> </a:t>
            </a:r>
            <a:r>
              <a:rPr lang="en-CA" sz="1200">
                <a:solidFill>
                  <a:srgbClr val="569CD6"/>
                </a:solidFill>
                <a:latin typeface="Consolas" panose="020B0609020204030204" pitchFamily="49" charset="0"/>
              </a:rPr>
              <a:t>*</a:t>
            </a:r>
            <a:r>
              <a:rPr lang="en-CA" sz="1200">
                <a:solidFill>
                  <a:srgbClr val="9CDCFE"/>
                </a:solidFill>
                <a:latin typeface="Consolas" panose="020B0609020204030204" pitchFamily="49" charset="0"/>
              </a:rPr>
              <a:t>b</a:t>
            </a:r>
            <a:r>
              <a:rPr lang="en-CA" sz="1200">
                <a:solidFill>
                  <a:srgbClr val="CCCCCC"/>
                </a:solidFill>
                <a:latin typeface="Consolas" panose="020B0609020204030204" pitchFamily="49" charset="0"/>
              </a:rPr>
              <a:t>) {</a:t>
            </a:r>
          </a:p>
          <a:p>
            <a:r>
              <a:rPr lang="en-CA" sz="1200">
                <a:solidFill>
                  <a:srgbClr val="CCCCCC"/>
                </a:solidFill>
                <a:latin typeface="Consolas" panose="020B0609020204030204" pitchFamily="49" charset="0"/>
              </a:rPr>
              <a:t>  </a:t>
            </a:r>
            <a:r>
              <a:rPr lang="en-CA" sz="1200">
                <a:solidFill>
                  <a:srgbClr val="9CDCFE"/>
                </a:solidFill>
                <a:latin typeface="Consolas" panose="020B0609020204030204" pitchFamily="49" charset="0"/>
              </a:rPr>
              <a:t>a</a:t>
            </a:r>
            <a:r>
              <a:rPr lang="en-CA" sz="1200">
                <a:solidFill>
                  <a:srgbClr val="CCCCCC"/>
                </a:solidFill>
                <a:latin typeface="Consolas" panose="020B0609020204030204" pitchFamily="49" charset="0"/>
              </a:rPr>
              <a:t>-&gt;</a:t>
            </a:r>
            <a:r>
              <a:rPr lang="en-CA" sz="1200">
                <a:solidFill>
                  <a:srgbClr val="DCDCAA"/>
                </a:solidFill>
                <a:latin typeface="Consolas" panose="020B0609020204030204" pitchFamily="49" charset="0"/>
              </a:rPr>
              <a:t>foo</a:t>
            </a:r>
            <a:r>
              <a:rPr lang="en-CA" sz="1200">
                <a:solidFill>
                  <a:srgbClr val="CCCCCC"/>
                </a:solidFill>
                <a:latin typeface="Consolas" panose="020B0609020204030204" pitchFamily="49" charset="0"/>
              </a:rPr>
              <a:t>();</a:t>
            </a:r>
          </a:p>
          <a:p>
            <a:r>
              <a:rPr lang="en-CA" sz="1200">
                <a:solidFill>
                  <a:srgbClr val="CCCCCC"/>
                </a:solidFill>
                <a:latin typeface="Consolas" panose="020B0609020204030204" pitchFamily="49" charset="0"/>
              </a:rPr>
              <a:t>  </a:t>
            </a:r>
            <a:r>
              <a:rPr lang="en-CA" sz="1200">
                <a:solidFill>
                  <a:srgbClr val="9CDCFE"/>
                </a:solidFill>
                <a:latin typeface="Consolas" panose="020B0609020204030204" pitchFamily="49" charset="0"/>
              </a:rPr>
              <a:t>b</a:t>
            </a:r>
            <a:r>
              <a:rPr lang="en-CA" sz="1200">
                <a:solidFill>
                  <a:srgbClr val="CCCCCC"/>
                </a:solidFill>
                <a:latin typeface="Consolas" panose="020B0609020204030204" pitchFamily="49" charset="0"/>
              </a:rPr>
              <a:t>-&gt;</a:t>
            </a:r>
            <a:r>
              <a:rPr lang="en-CA" sz="1200">
                <a:solidFill>
                  <a:srgbClr val="DCDCAA"/>
                </a:solidFill>
                <a:latin typeface="Consolas" panose="020B0609020204030204" pitchFamily="49" charset="0"/>
              </a:rPr>
              <a:t>foo</a:t>
            </a:r>
            <a:r>
              <a:rPr lang="en-CA" sz="1200">
                <a:solidFill>
                  <a:srgbClr val="CCCCCC"/>
                </a:solidFill>
                <a:latin typeface="Consolas" panose="020B0609020204030204" pitchFamily="49" charset="0"/>
              </a:rPr>
              <a:t>();</a:t>
            </a:r>
          </a:p>
          <a:p>
            <a:r>
              <a:rPr lang="en-CA" sz="1200">
                <a:solidFill>
                  <a:srgbClr val="CCCCCC"/>
                </a:solidFill>
                <a:latin typeface="Consolas" panose="020B0609020204030204" pitchFamily="49" charset="0"/>
              </a:rPr>
              <a:t>  </a:t>
            </a:r>
            <a:r>
              <a:rPr lang="en-CA" sz="1200">
                <a:solidFill>
                  <a:srgbClr val="DCDCAA"/>
                </a:solidFill>
                <a:latin typeface="Consolas" panose="020B0609020204030204" pitchFamily="49" charset="0"/>
              </a:rPr>
              <a:t>baz</a:t>
            </a:r>
            <a:r>
              <a:rPr lang="en-CA" sz="1200">
                <a:solidFill>
                  <a:srgbClr val="CCCCCC"/>
                </a:solidFill>
                <a:latin typeface="Consolas" panose="020B0609020204030204" pitchFamily="49" charset="0"/>
              </a:rPr>
              <a:t>(</a:t>
            </a:r>
            <a:r>
              <a:rPr lang="en-CA" sz="1200">
                <a:solidFill>
                  <a:srgbClr val="9CDCFE"/>
                </a:solidFill>
                <a:latin typeface="Consolas" panose="020B0609020204030204" pitchFamily="49" charset="0"/>
              </a:rPr>
              <a:t>b</a:t>
            </a:r>
            <a:r>
              <a:rPr lang="en-CA" sz="1200">
                <a:solidFill>
                  <a:srgbClr val="CCCCCC"/>
                </a:solidFill>
                <a:latin typeface="Consolas" panose="020B0609020204030204" pitchFamily="49" charset="0"/>
              </a:rPr>
              <a:t>);</a:t>
            </a:r>
          </a:p>
          <a:p>
            <a:r>
              <a:rPr lang="en-CA" sz="1200">
                <a:solidFill>
                  <a:srgbClr val="CCCCCC"/>
                </a:solidFill>
                <a:latin typeface="Consolas" panose="020B0609020204030204" pitchFamily="49" charset="0"/>
              </a:rPr>
              <a:t>}</a:t>
            </a:r>
            <a:endParaRPr lang="en-CA" sz="1200" b="0">
              <a:solidFill>
                <a:srgbClr val="CCCCCC"/>
              </a:solidFill>
              <a:effectLst/>
              <a:latin typeface="Consolas" panose="020B0609020204030204" pitchFamily="49" charset="0"/>
            </a:endParaRPr>
          </a:p>
        </p:txBody>
      </p:sp>
      <p:grpSp>
        <p:nvGrpSpPr>
          <p:cNvPr id="5" name="Group 4"/>
          <p:cNvGrpSpPr/>
          <p:nvPr/>
        </p:nvGrpSpPr>
        <p:grpSpPr>
          <a:xfrm>
            <a:off x="5453392" y="838200"/>
            <a:ext cx="6477000" cy="5201742"/>
            <a:chOff x="5453392" y="838200"/>
            <a:chExt cx="6477000" cy="5201742"/>
          </a:xfrm>
        </p:grpSpPr>
        <p:sp>
          <p:nvSpPr>
            <p:cNvPr id="17" name="TextBox 16"/>
            <p:cNvSpPr txBox="1"/>
            <p:nvPr/>
          </p:nvSpPr>
          <p:spPr>
            <a:xfrm>
              <a:off x="5453392" y="838200"/>
              <a:ext cx="6477000" cy="3416320"/>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CA" sz="1200" dirty="0">
                  <a:latin typeface="Consolas" panose="020B0609020204030204" pitchFamily="49" charset="0"/>
                  <a:ea typeface="微软雅黑" pitchFamily="34" charset="-122"/>
                </a:rPr>
                <a:t>define internal void @_Z3barP1AP1B(</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noundef</a:t>
              </a:r>
              <a:r>
                <a:rPr lang="en-CA" sz="1200" dirty="0">
                  <a:latin typeface="Consolas" panose="020B0609020204030204" pitchFamily="49" charset="0"/>
                  <a:ea typeface="微软雅黑" pitchFamily="34" charset="-122"/>
                </a:rPr>
                <a:t> %0,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noundef</a:t>
              </a:r>
              <a:r>
                <a:rPr lang="en-CA" sz="1200" dirty="0">
                  <a:latin typeface="Consolas" panose="020B0609020204030204" pitchFamily="49" charset="0"/>
                  <a:ea typeface="微软雅黑" pitchFamily="34" charset="-122"/>
                </a:rPr>
                <a:t> %1) #0 {</a:t>
              </a:r>
            </a:p>
            <a:p>
              <a:r>
                <a:rPr lang="en-CA" sz="1200" dirty="0">
                  <a:latin typeface="Consolas" panose="020B0609020204030204" pitchFamily="49" charset="0"/>
                  <a:ea typeface="微软雅黑" pitchFamily="34" charset="-122"/>
                </a:rPr>
                <a:t>  %3 = load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%0, align 8, !</a:t>
              </a:r>
              <a:r>
                <a:rPr lang="en-CA" sz="1200" dirty="0" err="1">
                  <a:latin typeface="Consolas" panose="020B0609020204030204" pitchFamily="49" charset="0"/>
                  <a:ea typeface="微软雅黑" pitchFamily="34" charset="-122"/>
                </a:rPr>
                <a:t>tbaa</a:t>
              </a:r>
              <a:r>
                <a:rPr lang="en-CA" sz="1200" dirty="0">
                  <a:latin typeface="Consolas" panose="020B0609020204030204" pitchFamily="49" charset="0"/>
                  <a:ea typeface="微软雅黑" pitchFamily="34" charset="-122"/>
                </a:rPr>
                <a:t> !14</a:t>
              </a:r>
            </a:p>
            <a:p>
              <a:r>
                <a:rPr lang="en-CA" sz="1200" dirty="0">
                  <a:latin typeface="Consolas" panose="020B0609020204030204" pitchFamily="49" charset="0"/>
                  <a:ea typeface="微软雅黑" pitchFamily="34" charset="-122"/>
                </a:rPr>
                <a:t>  %4 = tail call i1 @</a:t>
              </a:r>
              <a:r>
                <a:rPr lang="en-CA" sz="1200" dirty="0" err="1">
                  <a:latin typeface="Consolas" panose="020B0609020204030204" pitchFamily="49" charset="0"/>
                  <a:ea typeface="微软雅黑" pitchFamily="34" charset="-122"/>
                </a:rPr>
                <a:t>llvm.type.test</a:t>
              </a:r>
              <a:r>
                <a:rPr lang="en-CA" sz="1200" dirty="0">
                  <a:latin typeface="Consolas" panose="020B0609020204030204" pitchFamily="49" charset="0"/>
                  <a:ea typeface="微软雅黑" pitchFamily="34" charset="-122"/>
                </a:rPr>
                <a:t>(</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%3, metadata !"_ZTS1A")</a:t>
              </a:r>
            </a:p>
            <a:p>
              <a:r>
                <a:rPr lang="en-CA" sz="1200" dirty="0">
                  <a:latin typeface="Consolas" panose="020B0609020204030204" pitchFamily="49" charset="0"/>
                  <a:ea typeface="微软雅黑" pitchFamily="34" charset="-122"/>
                </a:rPr>
                <a:t>  tail call void @</a:t>
              </a:r>
              <a:r>
                <a:rPr lang="en-CA" sz="1200" dirty="0" err="1">
                  <a:latin typeface="Consolas" panose="020B0609020204030204" pitchFamily="49" charset="0"/>
                  <a:ea typeface="微软雅黑" pitchFamily="34" charset="-122"/>
                </a:rPr>
                <a:t>llvm.assume</a:t>
              </a:r>
              <a:r>
                <a:rPr lang="en-CA" sz="1200" dirty="0">
                  <a:latin typeface="Consolas" panose="020B0609020204030204" pitchFamily="49" charset="0"/>
                  <a:ea typeface="微软雅黑" pitchFamily="34" charset="-122"/>
                </a:rPr>
                <a:t>(i1 %4)</a:t>
              </a:r>
            </a:p>
            <a:p>
              <a:r>
                <a:rPr lang="en-CA" sz="1200" dirty="0">
                  <a:latin typeface="Consolas" panose="020B0609020204030204" pitchFamily="49" charset="0"/>
                  <a:ea typeface="微软雅黑" pitchFamily="34" charset="-122"/>
                </a:rPr>
                <a:t>  %5 = load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%3, align 8</a:t>
              </a:r>
            </a:p>
            <a:p>
              <a:r>
                <a:rPr lang="en-CA" sz="1200" dirty="0">
                  <a:latin typeface="Consolas" panose="020B0609020204030204" pitchFamily="49" charset="0"/>
                  <a:ea typeface="微软雅黑" pitchFamily="34" charset="-122"/>
                </a:rPr>
                <a:t>  tail call void %5(</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noundef</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nonnull</a:t>
              </a:r>
              <a:r>
                <a:rPr lang="en-CA" sz="1200" dirty="0">
                  <a:latin typeface="Consolas" panose="020B0609020204030204" pitchFamily="49" charset="0"/>
                  <a:ea typeface="微软雅黑" pitchFamily="34" charset="-122"/>
                </a:rPr>
                <a:t> align 8 </a:t>
              </a:r>
              <a:r>
                <a:rPr lang="en-CA" sz="1200" dirty="0" err="1">
                  <a:latin typeface="Consolas" panose="020B0609020204030204" pitchFamily="49" charset="0"/>
                  <a:ea typeface="微软雅黑" pitchFamily="34" charset="-122"/>
                </a:rPr>
                <a:t>dereferenceable</a:t>
              </a:r>
              <a:r>
                <a:rPr lang="en-CA" sz="1200" dirty="0">
                  <a:latin typeface="Consolas" panose="020B0609020204030204" pitchFamily="49" charset="0"/>
                  <a:ea typeface="微软雅黑" pitchFamily="34" charset="-122"/>
                </a:rPr>
                <a:t>(12) %0)</a:t>
              </a:r>
            </a:p>
            <a:p>
              <a:r>
                <a:rPr lang="en-CA" sz="1200" dirty="0">
                  <a:latin typeface="Consolas" panose="020B0609020204030204" pitchFamily="49" charset="0"/>
                  <a:ea typeface="微软雅黑" pitchFamily="34" charset="-122"/>
                </a:rPr>
                <a:t>  %6 = load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%1, align 8, !</a:t>
              </a:r>
              <a:r>
                <a:rPr lang="en-CA" sz="1200" dirty="0" err="1">
                  <a:latin typeface="Consolas" panose="020B0609020204030204" pitchFamily="49" charset="0"/>
                  <a:ea typeface="微软雅黑" pitchFamily="34" charset="-122"/>
                </a:rPr>
                <a:t>tbaa</a:t>
              </a:r>
              <a:r>
                <a:rPr lang="en-CA" sz="1200" dirty="0">
                  <a:latin typeface="Consolas" panose="020B0609020204030204" pitchFamily="49" charset="0"/>
                  <a:ea typeface="微软雅黑" pitchFamily="34" charset="-122"/>
                </a:rPr>
                <a:t> !14</a:t>
              </a:r>
            </a:p>
            <a:p>
              <a:r>
                <a:rPr lang="en-CA" sz="1200" dirty="0">
                  <a:latin typeface="Consolas" panose="020B0609020204030204" pitchFamily="49" charset="0"/>
                  <a:ea typeface="微软雅黑" pitchFamily="34" charset="-122"/>
                </a:rPr>
                <a:t>  %7 = tail call i1 @</a:t>
              </a:r>
              <a:r>
                <a:rPr lang="en-CA" sz="1200" dirty="0" err="1">
                  <a:latin typeface="Consolas" panose="020B0609020204030204" pitchFamily="49" charset="0"/>
                  <a:ea typeface="微软雅黑" pitchFamily="34" charset="-122"/>
                </a:rPr>
                <a:t>llvm.type.test</a:t>
              </a:r>
              <a:r>
                <a:rPr lang="en-CA" sz="1200" dirty="0">
                  <a:latin typeface="Consolas" panose="020B0609020204030204" pitchFamily="49" charset="0"/>
                  <a:ea typeface="微软雅黑" pitchFamily="34" charset="-122"/>
                </a:rPr>
                <a:t>(</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%6, metadata !"_ZTS1B")</a:t>
              </a:r>
            </a:p>
            <a:p>
              <a:r>
                <a:rPr lang="en-CA" sz="1200" dirty="0">
                  <a:latin typeface="Consolas" panose="020B0609020204030204" pitchFamily="49" charset="0"/>
                  <a:ea typeface="微软雅黑" pitchFamily="34" charset="-122"/>
                </a:rPr>
                <a:t>  tail call void @</a:t>
              </a:r>
              <a:r>
                <a:rPr lang="en-CA" sz="1200" dirty="0" err="1">
                  <a:latin typeface="Consolas" panose="020B0609020204030204" pitchFamily="49" charset="0"/>
                  <a:ea typeface="微软雅黑" pitchFamily="34" charset="-122"/>
                </a:rPr>
                <a:t>llvm.assume</a:t>
              </a:r>
              <a:r>
                <a:rPr lang="en-CA" sz="1200" dirty="0">
                  <a:latin typeface="Consolas" panose="020B0609020204030204" pitchFamily="49" charset="0"/>
                  <a:ea typeface="微软雅黑" pitchFamily="34" charset="-122"/>
                </a:rPr>
                <a:t>(i1 %7)</a:t>
              </a:r>
            </a:p>
            <a:p>
              <a:r>
                <a:rPr lang="en-CA" sz="1200" dirty="0">
                  <a:latin typeface="Consolas" panose="020B0609020204030204" pitchFamily="49" charset="0"/>
                  <a:ea typeface="微软雅黑" pitchFamily="34" charset="-122"/>
                </a:rPr>
                <a:t>  %8 = load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%6, align 8</a:t>
              </a:r>
            </a:p>
            <a:p>
              <a:r>
                <a:rPr lang="en-CA" sz="1200" dirty="0">
                  <a:latin typeface="Consolas" panose="020B0609020204030204" pitchFamily="49" charset="0"/>
                  <a:ea typeface="微软雅黑" pitchFamily="34" charset="-122"/>
                </a:rPr>
                <a:t>  tail call void %8(</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noundef</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nonnull</a:t>
              </a:r>
              <a:r>
                <a:rPr lang="en-CA" sz="1200" dirty="0">
                  <a:latin typeface="Consolas" panose="020B0609020204030204" pitchFamily="49" charset="0"/>
                  <a:ea typeface="微软雅黑" pitchFamily="34" charset="-122"/>
                </a:rPr>
                <a:t> align 8 </a:t>
              </a:r>
              <a:r>
                <a:rPr lang="en-CA" sz="1200" dirty="0" err="1">
                  <a:latin typeface="Consolas" panose="020B0609020204030204" pitchFamily="49" charset="0"/>
                  <a:ea typeface="微软雅黑" pitchFamily="34" charset="-122"/>
                </a:rPr>
                <a:t>dereferenceable</a:t>
              </a:r>
              <a:r>
                <a:rPr lang="en-CA" sz="1200" dirty="0">
                  <a:latin typeface="Consolas" panose="020B0609020204030204" pitchFamily="49" charset="0"/>
                  <a:ea typeface="微软雅黑" pitchFamily="34" charset="-122"/>
                </a:rPr>
                <a:t>(12) %1)</a:t>
              </a:r>
            </a:p>
            <a:p>
              <a:r>
                <a:rPr lang="en-CA" sz="1200" dirty="0">
                  <a:latin typeface="Consolas" panose="020B0609020204030204" pitchFamily="49" charset="0"/>
                  <a:ea typeface="微软雅黑" pitchFamily="34" charset="-122"/>
                </a:rPr>
                <a:t>  %9 = load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%1, align 8, !</a:t>
              </a:r>
              <a:r>
                <a:rPr lang="en-CA" sz="1200" dirty="0" err="1">
                  <a:latin typeface="Consolas" panose="020B0609020204030204" pitchFamily="49" charset="0"/>
                  <a:ea typeface="微软雅黑" pitchFamily="34" charset="-122"/>
                </a:rPr>
                <a:t>tbaa</a:t>
              </a:r>
              <a:r>
                <a:rPr lang="en-CA" sz="1200" dirty="0">
                  <a:latin typeface="Consolas" panose="020B0609020204030204" pitchFamily="49" charset="0"/>
                  <a:ea typeface="微软雅黑" pitchFamily="34" charset="-122"/>
                </a:rPr>
                <a:t> !14</a:t>
              </a:r>
            </a:p>
            <a:p>
              <a:r>
                <a:rPr lang="en-CA" sz="1200" dirty="0">
                  <a:latin typeface="Consolas" panose="020B0609020204030204" pitchFamily="49" charset="0"/>
                  <a:ea typeface="微软雅黑" pitchFamily="34" charset="-122"/>
                </a:rPr>
                <a:t>  %10 = tail call i1 @</a:t>
              </a:r>
              <a:r>
                <a:rPr lang="en-CA" sz="1200" dirty="0" err="1">
                  <a:latin typeface="Consolas" panose="020B0609020204030204" pitchFamily="49" charset="0"/>
                  <a:ea typeface="微软雅黑" pitchFamily="34" charset="-122"/>
                </a:rPr>
                <a:t>llvm.type.test</a:t>
              </a:r>
              <a:r>
                <a:rPr lang="en-CA" sz="1200" dirty="0">
                  <a:latin typeface="Consolas" panose="020B0609020204030204" pitchFamily="49" charset="0"/>
                  <a:ea typeface="微软雅黑" pitchFamily="34" charset="-122"/>
                </a:rPr>
                <a:t>(</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%9, metadata !"_ZTS1A")</a:t>
              </a:r>
            </a:p>
            <a:p>
              <a:r>
                <a:rPr lang="en-CA" sz="1200" dirty="0">
                  <a:latin typeface="Consolas" panose="020B0609020204030204" pitchFamily="49" charset="0"/>
                  <a:ea typeface="微软雅黑" pitchFamily="34" charset="-122"/>
                </a:rPr>
                <a:t>  tail call void @</a:t>
              </a:r>
              <a:r>
                <a:rPr lang="en-CA" sz="1200" dirty="0" err="1">
                  <a:latin typeface="Consolas" panose="020B0609020204030204" pitchFamily="49" charset="0"/>
                  <a:ea typeface="微软雅黑" pitchFamily="34" charset="-122"/>
                </a:rPr>
                <a:t>llvm.assume</a:t>
              </a:r>
              <a:r>
                <a:rPr lang="en-CA" sz="1200" dirty="0">
                  <a:latin typeface="Consolas" panose="020B0609020204030204" pitchFamily="49" charset="0"/>
                  <a:ea typeface="微软雅黑" pitchFamily="34" charset="-122"/>
                </a:rPr>
                <a:t>(i1 %10)</a:t>
              </a:r>
            </a:p>
            <a:p>
              <a:r>
                <a:rPr lang="en-CA" sz="1200" dirty="0">
                  <a:latin typeface="Consolas" panose="020B0609020204030204" pitchFamily="49" charset="0"/>
                  <a:ea typeface="微软雅黑" pitchFamily="34" charset="-122"/>
                </a:rPr>
                <a:t>  %11 = load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%9, align 8</a:t>
              </a:r>
            </a:p>
            <a:p>
              <a:r>
                <a:rPr lang="en-CA" sz="1200" dirty="0">
                  <a:latin typeface="Consolas" panose="020B0609020204030204" pitchFamily="49" charset="0"/>
                  <a:ea typeface="微软雅黑" pitchFamily="34" charset="-122"/>
                </a:rPr>
                <a:t>  tail call void %11(</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noundef</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nonnull</a:t>
              </a:r>
              <a:r>
                <a:rPr lang="en-CA" sz="1200" dirty="0">
                  <a:latin typeface="Consolas" panose="020B0609020204030204" pitchFamily="49" charset="0"/>
                  <a:ea typeface="微软雅黑" pitchFamily="34" charset="-122"/>
                </a:rPr>
                <a:t> align 8 </a:t>
              </a:r>
              <a:r>
                <a:rPr lang="en-CA" sz="1200" dirty="0" err="1">
                  <a:latin typeface="Consolas" panose="020B0609020204030204" pitchFamily="49" charset="0"/>
                  <a:ea typeface="微软雅黑" pitchFamily="34" charset="-122"/>
                </a:rPr>
                <a:t>dereferenceable</a:t>
              </a:r>
              <a:r>
                <a:rPr lang="en-CA" sz="1200" dirty="0">
                  <a:latin typeface="Consolas" panose="020B0609020204030204" pitchFamily="49" charset="0"/>
                  <a:ea typeface="微软雅黑" pitchFamily="34" charset="-122"/>
                </a:rPr>
                <a:t>(12) %1)</a:t>
              </a:r>
            </a:p>
            <a:p>
              <a:r>
                <a:rPr lang="en-CA" sz="1200" dirty="0">
                  <a:latin typeface="Consolas" panose="020B0609020204030204" pitchFamily="49" charset="0"/>
                  <a:ea typeface="微软雅黑" pitchFamily="34" charset="-122"/>
                </a:rPr>
                <a:t>  ret void</a:t>
              </a:r>
            </a:p>
            <a:p>
              <a:r>
                <a:rPr lang="en-CA" sz="1200" dirty="0">
                  <a:latin typeface="Consolas" panose="020B0609020204030204" pitchFamily="49" charset="0"/>
                  <a:ea typeface="微软雅黑" pitchFamily="34" charset="-122"/>
                </a:rPr>
                <a:t>}</a:t>
              </a:r>
            </a:p>
          </p:txBody>
        </p:sp>
        <p:sp>
          <p:nvSpPr>
            <p:cNvPr id="27" name="TextBox 26"/>
            <p:cNvSpPr txBox="1"/>
            <p:nvPr/>
          </p:nvSpPr>
          <p:spPr>
            <a:xfrm>
              <a:off x="5994164" y="4424115"/>
              <a:ext cx="5619421" cy="161582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CA" sz="1100" dirty="0">
                  <a:latin typeface="Consolas" panose="020B0609020204030204" pitchFamily="49" charset="0"/>
                  <a:ea typeface="微软雅黑" pitchFamily="34" charset="-122"/>
                </a:rPr>
                <a:t>define hidden void @_Z3bazP1A(</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noundef</a:t>
              </a:r>
              <a:r>
                <a:rPr lang="en-CA" sz="1100" dirty="0">
                  <a:latin typeface="Consolas" panose="020B0609020204030204" pitchFamily="49" charset="0"/>
                  <a:ea typeface="微软雅黑" pitchFamily="34" charset="-122"/>
                </a:rPr>
                <a:t> %a) </a:t>
              </a:r>
              <a:r>
                <a:rPr lang="en-CA" sz="1100" dirty="0" err="1">
                  <a:latin typeface="Consolas" panose="020B0609020204030204" pitchFamily="49" charset="0"/>
                  <a:ea typeface="微软雅黑" pitchFamily="34" charset="-122"/>
                </a:rPr>
                <a:t>local_unnamed_addr</a:t>
              </a:r>
              <a:r>
                <a:rPr lang="en-CA" sz="1100" dirty="0">
                  <a:latin typeface="Consolas" panose="020B0609020204030204" pitchFamily="49" charset="0"/>
                  <a:ea typeface="微软雅黑" pitchFamily="34" charset="-122"/>
                </a:rPr>
                <a:t> #3 {</a:t>
              </a:r>
            </a:p>
            <a:p>
              <a:r>
                <a:rPr lang="en-CA" sz="1100" dirty="0" smtClean="0">
                  <a:latin typeface="Consolas" panose="020B0609020204030204" pitchFamily="49" charset="0"/>
                  <a:ea typeface="微软雅黑" pitchFamily="34" charset="-122"/>
                </a:rPr>
                <a:t>entry</a:t>
              </a:r>
              <a:r>
                <a:rPr lang="en-CA" sz="1100" dirty="0">
                  <a:latin typeface="Consolas" panose="020B0609020204030204" pitchFamily="49" charset="0"/>
                  <a:ea typeface="微软雅黑" pitchFamily="34" charset="-122"/>
                </a:rPr>
                <a:t>:</a:t>
              </a:r>
            </a:p>
            <a:p>
              <a:r>
                <a:rPr lang="en-CA" sz="1100" dirty="0" smtClean="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vtable</a:t>
              </a:r>
              <a:r>
                <a:rPr lang="en-CA" sz="1100" dirty="0">
                  <a:latin typeface="Consolas" panose="020B0609020204030204" pitchFamily="49" charset="0"/>
                  <a:ea typeface="微软雅黑" pitchFamily="34" charset="-122"/>
                </a:rPr>
                <a:t> = load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 align 8, !</a:t>
              </a:r>
              <a:r>
                <a:rPr lang="en-CA" sz="1100" dirty="0" err="1">
                  <a:latin typeface="Consolas" panose="020B0609020204030204" pitchFamily="49" charset="0"/>
                  <a:ea typeface="微软雅黑" pitchFamily="34" charset="-122"/>
                </a:rPr>
                <a:t>tbaa</a:t>
              </a:r>
              <a:r>
                <a:rPr lang="en-CA" sz="1100" dirty="0">
                  <a:latin typeface="Consolas" panose="020B0609020204030204" pitchFamily="49" charset="0"/>
                  <a:ea typeface="微软雅黑" pitchFamily="34" charset="-122"/>
                </a:rPr>
                <a:t> !14</a:t>
              </a:r>
            </a:p>
            <a:p>
              <a:r>
                <a:rPr lang="en-CA" sz="1100" dirty="0" smtClean="0">
                  <a:latin typeface="Consolas" panose="020B0609020204030204" pitchFamily="49" charset="0"/>
                  <a:ea typeface="微软雅黑" pitchFamily="34" charset="-122"/>
                </a:rPr>
                <a:t>  %</a:t>
              </a:r>
              <a:r>
                <a:rPr lang="en-CA" sz="1100" dirty="0">
                  <a:latin typeface="Consolas" panose="020B0609020204030204" pitchFamily="49" charset="0"/>
                  <a:ea typeface="微软雅黑" pitchFamily="34" charset="-122"/>
                </a:rPr>
                <a:t>0 = tail call i1 @</a:t>
              </a:r>
              <a:r>
                <a:rPr lang="en-CA" sz="1100" dirty="0" err="1">
                  <a:latin typeface="Consolas" panose="020B0609020204030204" pitchFamily="49" charset="0"/>
                  <a:ea typeface="微软雅黑" pitchFamily="34" charset="-122"/>
                </a:rPr>
                <a:t>llvm.type.test</a:t>
              </a:r>
              <a:r>
                <a:rPr lang="en-CA" sz="1100" dirty="0">
                  <a:latin typeface="Consolas" panose="020B0609020204030204" pitchFamily="49" charset="0"/>
                  <a:ea typeface="微软雅黑" pitchFamily="34" charset="-122"/>
                </a:rPr>
                <a:t>(</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vtable</a:t>
              </a:r>
              <a:r>
                <a:rPr lang="en-CA" sz="1100" dirty="0">
                  <a:latin typeface="Consolas" panose="020B0609020204030204" pitchFamily="49" charset="0"/>
                  <a:ea typeface="微软雅黑" pitchFamily="34" charset="-122"/>
                </a:rPr>
                <a:t>, metadata !"_ZTS1A")</a:t>
              </a:r>
            </a:p>
            <a:p>
              <a:r>
                <a:rPr lang="en-CA" sz="1100" dirty="0" smtClean="0">
                  <a:latin typeface="Consolas" panose="020B0609020204030204" pitchFamily="49" charset="0"/>
                  <a:ea typeface="微软雅黑" pitchFamily="34" charset="-122"/>
                </a:rPr>
                <a:t>  tail </a:t>
              </a:r>
              <a:r>
                <a:rPr lang="en-CA" sz="1100" dirty="0">
                  <a:latin typeface="Consolas" panose="020B0609020204030204" pitchFamily="49" charset="0"/>
                  <a:ea typeface="微软雅黑" pitchFamily="34" charset="-122"/>
                </a:rPr>
                <a:t>call void @</a:t>
              </a:r>
              <a:r>
                <a:rPr lang="en-CA" sz="1100" dirty="0" err="1">
                  <a:latin typeface="Consolas" panose="020B0609020204030204" pitchFamily="49" charset="0"/>
                  <a:ea typeface="微软雅黑" pitchFamily="34" charset="-122"/>
                </a:rPr>
                <a:t>llvm.assume</a:t>
              </a:r>
              <a:r>
                <a:rPr lang="en-CA" sz="1100" dirty="0">
                  <a:latin typeface="Consolas" panose="020B0609020204030204" pitchFamily="49" charset="0"/>
                  <a:ea typeface="微软雅黑" pitchFamily="34" charset="-122"/>
                </a:rPr>
                <a:t>(i1 %0)</a:t>
              </a:r>
            </a:p>
            <a:p>
              <a:r>
                <a:rPr lang="en-CA" sz="1100" dirty="0" smtClean="0">
                  <a:latin typeface="Consolas" panose="020B0609020204030204" pitchFamily="49" charset="0"/>
                  <a:ea typeface="微软雅黑" pitchFamily="34" charset="-122"/>
                </a:rPr>
                <a:t>  %</a:t>
              </a:r>
              <a:r>
                <a:rPr lang="en-CA" sz="1100" dirty="0">
                  <a:latin typeface="Consolas" panose="020B0609020204030204" pitchFamily="49" charset="0"/>
                  <a:ea typeface="微软雅黑" pitchFamily="34" charset="-122"/>
                </a:rPr>
                <a:t>1 = load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vtable</a:t>
              </a:r>
              <a:r>
                <a:rPr lang="en-CA" sz="1100" dirty="0">
                  <a:latin typeface="Consolas" panose="020B0609020204030204" pitchFamily="49" charset="0"/>
                  <a:ea typeface="微软雅黑" pitchFamily="34" charset="-122"/>
                </a:rPr>
                <a:t>, align 8</a:t>
              </a:r>
            </a:p>
            <a:p>
              <a:r>
                <a:rPr lang="en-CA" sz="1100" dirty="0" smtClean="0">
                  <a:latin typeface="Consolas" panose="020B0609020204030204" pitchFamily="49" charset="0"/>
                  <a:ea typeface="微软雅黑" pitchFamily="34" charset="-122"/>
                </a:rPr>
                <a:t>  tail </a:t>
              </a:r>
              <a:r>
                <a:rPr lang="en-CA" sz="1100" dirty="0">
                  <a:latin typeface="Consolas" panose="020B0609020204030204" pitchFamily="49" charset="0"/>
                  <a:ea typeface="微软雅黑" pitchFamily="34" charset="-122"/>
                </a:rPr>
                <a:t>call void %1(</a:t>
              </a:r>
              <a:r>
                <a:rPr lang="en-CA" sz="1100" dirty="0" err="1">
                  <a:latin typeface="Consolas" panose="020B0609020204030204" pitchFamily="49" charset="0"/>
                  <a:ea typeface="微软雅黑" pitchFamily="34" charset="-122"/>
                </a:rPr>
                <a:t>ptr</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noundef</a:t>
              </a:r>
              <a:r>
                <a:rPr lang="en-CA" sz="1100" dirty="0">
                  <a:latin typeface="Consolas" panose="020B0609020204030204" pitchFamily="49" charset="0"/>
                  <a:ea typeface="微软雅黑" pitchFamily="34" charset="-122"/>
                </a:rPr>
                <a:t> </a:t>
              </a:r>
              <a:r>
                <a:rPr lang="en-CA" sz="1100" dirty="0" err="1">
                  <a:latin typeface="Consolas" panose="020B0609020204030204" pitchFamily="49" charset="0"/>
                  <a:ea typeface="微软雅黑" pitchFamily="34" charset="-122"/>
                </a:rPr>
                <a:t>nonnull</a:t>
              </a:r>
              <a:r>
                <a:rPr lang="en-CA" sz="1100" dirty="0">
                  <a:latin typeface="Consolas" panose="020B0609020204030204" pitchFamily="49" charset="0"/>
                  <a:ea typeface="微软雅黑" pitchFamily="34" charset="-122"/>
                </a:rPr>
                <a:t> align 8 </a:t>
              </a:r>
              <a:r>
                <a:rPr lang="en-CA" sz="1100" dirty="0" err="1">
                  <a:latin typeface="Consolas" panose="020B0609020204030204" pitchFamily="49" charset="0"/>
                  <a:ea typeface="微软雅黑" pitchFamily="34" charset="-122"/>
                </a:rPr>
                <a:t>dereferenceable</a:t>
              </a:r>
              <a:r>
                <a:rPr lang="en-CA" sz="1100" dirty="0">
                  <a:latin typeface="Consolas" panose="020B0609020204030204" pitchFamily="49" charset="0"/>
                  <a:ea typeface="微软雅黑" pitchFamily="34" charset="-122"/>
                </a:rPr>
                <a:t>(12) %a)</a:t>
              </a:r>
            </a:p>
            <a:p>
              <a:r>
                <a:rPr lang="en-CA" sz="1100" dirty="0" smtClean="0">
                  <a:latin typeface="Consolas" panose="020B0609020204030204" pitchFamily="49" charset="0"/>
                  <a:ea typeface="微软雅黑" pitchFamily="34" charset="-122"/>
                </a:rPr>
                <a:t>  ret </a:t>
              </a:r>
              <a:r>
                <a:rPr lang="en-CA" sz="1100" dirty="0">
                  <a:latin typeface="Consolas" panose="020B0609020204030204" pitchFamily="49" charset="0"/>
                  <a:ea typeface="微软雅黑" pitchFamily="34" charset="-122"/>
                </a:rPr>
                <a:t>void</a:t>
              </a:r>
            </a:p>
            <a:p>
              <a:r>
                <a:rPr lang="en-CA" sz="1100" dirty="0" smtClean="0">
                  <a:latin typeface="Consolas" panose="020B0609020204030204" pitchFamily="49" charset="0"/>
                  <a:ea typeface="微软雅黑" pitchFamily="34" charset="-122"/>
                </a:rPr>
                <a:t>}</a:t>
              </a:r>
              <a:endParaRPr lang="en-CA" sz="1100" dirty="0">
                <a:latin typeface="Consolas" panose="020B0609020204030204" pitchFamily="49" charset="0"/>
                <a:ea typeface="微软雅黑" pitchFamily="34" charset="-122"/>
              </a:endParaRPr>
            </a:p>
          </p:txBody>
        </p:sp>
      </p:grpSp>
      <p:sp>
        <p:nvSpPr>
          <p:cNvPr id="6" name="Left Brace 5"/>
          <p:cNvSpPr/>
          <p:nvPr/>
        </p:nvSpPr>
        <p:spPr bwMode="auto">
          <a:xfrm>
            <a:off x="5614586" y="4424116"/>
            <a:ext cx="338030" cy="1615827"/>
          </a:xfrm>
          <a:prstGeom prst="leftBrace">
            <a:avLst>
              <a:gd name="adj1" fmla="val 94018"/>
              <a:gd name="adj2" fmla="val 50000"/>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n-CA"/>
          </a:p>
        </p:txBody>
      </p:sp>
      <p:sp>
        <p:nvSpPr>
          <p:cNvPr id="8" name="Left Brace 7"/>
          <p:cNvSpPr/>
          <p:nvPr/>
        </p:nvSpPr>
        <p:spPr bwMode="auto">
          <a:xfrm>
            <a:off x="5410200" y="2971800"/>
            <a:ext cx="312147" cy="860673"/>
          </a:xfrm>
          <a:prstGeom prst="leftBrac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CA"/>
          </a:p>
        </p:txBody>
      </p:sp>
      <p:cxnSp>
        <p:nvCxnSpPr>
          <p:cNvPr id="10" name="Curved Connector 9"/>
          <p:cNvCxnSpPr/>
          <p:nvPr/>
        </p:nvCxnSpPr>
        <p:spPr bwMode="auto">
          <a:xfrm rot="10800000" flipH="1" flipV="1">
            <a:off x="5358289" y="3402136"/>
            <a:ext cx="214749" cy="1833815"/>
          </a:xfrm>
          <a:prstGeom prst="curvedConnector3">
            <a:avLst>
              <a:gd name="adj1" fmla="val -106450"/>
            </a:avLst>
          </a:prstGeom>
          <a:ln>
            <a:headEnd type="triangle"/>
            <a:tailEnd type="triangle"/>
          </a:ln>
        </p:spPr>
        <p:style>
          <a:lnRef idx="3">
            <a:schemeClr val="accent2"/>
          </a:lnRef>
          <a:fillRef idx="0">
            <a:schemeClr val="accent2"/>
          </a:fillRef>
          <a:effectRef idx="2">
            <a:schemeClr val="accent2"/>
          </a:effectRef>
          <a:fontRef idx="minor">
            <a:schemeClr val="tx1"/>
          </a:fontRef>
        </p:style>
      </p:cxnSp>
      <p:sp>
        <p:nvSpPr>
          <p:cNvPr id="3" name="TextBox 2"/>
          <p:cNvSpPr txBox="1"/>
          <p:nvPr/>
        </p:nvSpPr>
        <p:spPr>
          <a:xfrm>
            <a:off x="1036334" y="5334000"/>
            <a:ext cx="3048000" cy="461665"/>
          </a:xfrm>
          <a:prstGeom prst="rect">
            <a:avLst/>
          </a:prstGeom>
          <a:noFill/>
        </p:spPr>
        <p:txBody>
          <a:bodyPr wrap="square" rtlCol="0">
            <a:spAutoFit/>
          </a:bodyPr>
          <a:lstStyle/>
          <a:p>
            <a:r>
              <a:rPr lang="en-CA" sz="1200" dirty="0" smtClean="0">
                <a:latin typeface="Trebuchet MS" panose="020B0603020202020204" pitchFamily="34" charset="0"/>
                <a:ea typeface="微软雅黑" pitchFamily="34" charset="-122"/>
              </a:rPr>
              <a:t>We could preserve more precise type information in the caller</a:t>
            </a:r>
          </a:p>
        </p:txBody>
      </p:sp>
      <p:cxnSp>
        <p:nvCxnSpPr>
          <p:cNvPr id="7" name="Curved Connector 6"/>
          <p:cNvCxnSpPr>
            <a:stCxn id="3" idx="1"/>
          </p:cNvCxnSpPr>
          <p:nvPr/>
        </p:nvCxnSpPr>
        <p:spPr bwMode="auto">
          <a:xfrm rot="10800000" flipH="1">
            <a:off x="1036334" y="4648201"/>
            <a:ext cx="259066" cy="916633"/>
          </a:xfrm>
          <a:prstGeom prst="curvedConnector4">
            <a:avLst>
              <a:gd name="adj1" fmla="val -88240"/>
              <a:gd name="adj2" fmla="val 99554"/>
            </a:avLst>
          </a:prstGeom>
          <a:ln>
            <a:headEnd type="none" w="med" len="med"/>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3667713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based on </a:t>
            </a:r>
            <a:r>
              <a:rPr lang="en-US" dirty="0" err="1" smtClean="0"/>
              <a:t>inlining</a:t>
            </a:r>
            <a:endParaRPr lang="en-US" dirty="0"/>
          </a:p>
        </p:txBody>
      </p:sp>
      <p:sp>
        <p:nvSpPr>
          <p:cNvPr id="21" name="Content Placeholder 2"/>
          <p:cNvSpPr>
            <a:spLocks noGrp="1"/>
          </p:cNvSpPr>
          <p:nvPr>
            <p:ph idx="1"/>
          </p:nvPr>
        </p:nvSpPr>
        <p:spPr>
          <a:xfrm>
            <a:off x="342817" y="914401"/>
            <a:ext cx="10706183" cy="1143000"/>
          </a:xfrm>
        </p:spPr>
        <p:txBody>
          <a:bodyPr/>
          <a:lstStyle/>
          <a:p>
            <a:r>
              <a:rPr lang="en-US" dirty="0" smtClean="0"/>
              <a:t>In MySQL, </a:t>
            </a:r>
            <a:r>
              <a:rPr lang="en-US" dirty="0" err="1" smtClean="0">
                <a:latin typeface="Consolas" panose="020B0609020204030204" pitchFamily="49" charset="0"/>
              </a:rPr>
              <a:t>Json_array</a:t>
            </a:r>
            <a:r>
              <a:rPr lang="en-US" dirty="0" smtClean="0"/>
              <a:t>, </a:t>
            </a:r>
            <a:r>
              <a:rPr lang="en-US" dirty="0" err="1" smtClean="0">
                <a:latin typeface="Consolas" panose="020B0609020204030204" pitchFamily="49" charset="0"/>
              </a:rPr>
              <a:t>Json_object</a:t>
            </a:r>
            <a:r>
              <a:rPr lang="en-US" dirty="0" smtClean="0"/>
              <a:t>, and </a:t>
            </a:r>
            <a:r>
              <a:rPr lang="en-US" dirty="0" err="1" smtClean="0">
                <a:latin typeface="Consolas" panose="020B0609020204030204" pitchFamily="49" charset="0"/>
              </a:rPr>
              <a:t>Json_string</a:t>
            </a:r>
            <a:r>
              <a:rPr lang="en-US" dirty="0"/>
              <a:t> </a:t>
            </a:r>
            <a:r>
              <a:rPr lang="en-US" dirty="0" smtClean="0"/>
              <a:t>are all leaf classes deriving from </a:t>
            </a:r>
            <a:r>
              <a:rPr lang="en-US" dirty="0" err="1" smtClean="0">
                <a:latin typeface="Consolas" panose="020B0609020204030204" pitchFamily="49" charset="0"/>
              </a:rPr>
              <a:t>Json_dom</a:t>
            </a:r>
            <a:r>
              <a:rPr lang="en-US" dirty="0" smtClean="0"/>
              <a:t>.</a:t>
            </a:r>
          </a:p>
        </p:txBody>
      </p:sp>
      <p:sp>
        <p:nvSpPr>
          <p:cNvPr id="7" name="TextBox 6"/>
          <p:cNvSpPr txBox="1"/>
          <p:nvPr/>
        </p:nvSpPr>
        <p:spPr>
          <a:xfrm>
            <a:off x="2952708" y="5292915"/>
            <a:ext cx="5486400" cy="646331"/>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CA" sz="1200" dirty="0" smtClean="0">
                <a:solidFill>
                  <a:srgbClr val="569CD6"/>
                </a:solidFill>
                <a:latin typeface="Consolas" panose="020B0609020204030204" pitchFamily="49" charset="0"/>
              </a:rPr>
              <a:t>bool</a:t>
            </a:r>
            <a:r>
              <a:rPr lang="en-CA" sz="1200" dirty="0" smtClean="0">
                <a:solidFill>
                  <a:srgbClr val="CCCCCC"/>
                </a:solidFill>
                <a:latin typeface="Consolas" panose="020B0609020204030204" pitchFamily="49" charset="0"/>
              </a:rPr>
              <a:t> </a:t>
            </a:r>
            <a:r>
              <a:rPr lang="en-CA" sz="1200" dirty="0" err="1">
                <a:solidFill>
                  <a:srgbClr val="DCDCAA"/>
                </a:solidFill>
                <a:latin typeface="Consolas" panose="020B0609020204030204" pitchFamily="49" charset="0"/>
              </a:rPr>
              <a:t>add_clone</a:t>
            </a:r>
            <a:r>
              <a:rPr lang="en-CA" sz="1200" dirty="0">
                <a:solidFill>
                  <a:srgbClr val="CCCCCC"/>
                </a:solidFill>
                <a:latin typeface="Consolas" panose="020B0609020204030204" pitchFamily="49" charset="0"/>
              </a:rPr>
              <a:t>(</a:t>
            </a:r>
            <a:r>
              <a:rPr lang="en-CA" sz="1200" dirty="0" err="1">
                <a:solidFill>
                  <a:srgbClr val="569CD6"/>
                </a:solidFill>
                <a:latin typeface="Consolas" panose="020B0609020204030204" pitchFamily="49" charset="0"/>
              </a:rPr>
              <a:t>const</a:t>
            </a:r>
            <a:r>
              <a:rPr lang="en-CA" sz="1200" dirty="0">
                <a:solidFill>
                  <a:srgbClr val="CCCCCC"/>
                </a:solidFill>
                <a:latin typeface="Consolas" panose="020B0609020204030204" pitchFamily="49" charset="0"/>
              </a:rPr>
              <a:t> </a:t>
            </a:r>
            <a:r>
              <a:rPr lang="en-CA" sz="1200" dirty="0" err="1">
                <a:solidFill>
                  <a:srgbClr val="4EC9B0"/>
                </a:solidFill>
                <a:latin typeface="Consolas" panose="020B0609020204030204" pitchFamily="49" charset="0"/>
              </a:rPr>
              <a:t>std</a:t>
            </a:r>
            <a:r>
              <a:rPr lang="en-CA" sz="1200" dirty="0">
                <a:solidFill>
                  <a:srgbClr val="CCCCCC"/>
                </a:solidFill>
                <a:latin typeface="Consolas" panose="020B0609020204030204" pitchFamily="49" charset="0"/>
              </a:rPr>
              <a:t>::</a:t>
            </a:r>
            <a:r>
              <a:rPr lang="en-CA" sz="1200" dirty="0">
                <a:solidFill>
                  <a:srgbClr val="4EC9B0"/>
                </a:solidFill>
                <a:latin typeface="Consolas" panose="020B0609020204030204" pitchFamily="49" charset="0"/>
              </a:rPr>
              <a:t>string</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&amp;</a:t>
            </a:r>
            <a:r>
              <a:rPr lang="en-CA" sz="1200" dirty="0">
                <a:solidFill>
                  <a:srgbClr val="9CDCFE"/>
                </a:solidFill>
                <a:latin typeface="Consolas" panose="020B0609020204030204" pitchFamily="49" charset="0"/>
              </a:rPr>
              <a:t>key</a:t>
            </a:r>
            <a:r>
              <a:rPr lang="en-CA" sz="1200" dirty="0">
                <a:solidFill>
                  <a:srgbClr val="CCCCCC"/>
                </a:solidFill>
                <a:latin typeface="Consolas" panose="020B0609020204030204" pitchFamily="49" charset="0"/>
              </a:rPr>
              <a:t>, </a:t>
            </a:r>
            <a:r>
              <a:rPr lang="en-CA" sz="1200" dirty="0" err="1">
                <a:solidFill>
                  <a:srgbClr val="569CD6"/>
                </a:solidFill>
                <a:latin typeface="Consolas" panose="020B0609020204030204" pitchFamily="49" charset="0"/>
              </a:rPr>
              <a:t>const</a:t>
            </a:r>
            <a:r>
              <a:rPr lang="en-CA" sz="1200" dirty="0">
                <a:solidFill>
                  <a:srgbClr val="CCCCCC"/>
                </a:solidFill>
                <a:latin typeface="Consolas" panose="020B0609020204030204" pitchFamily="49" charset="0"/>
              </a:rPr>
              <a:t> </a:t>
            </a:r>
            <a:r>
              <a:rPr lang="en-CA" sz="1200" dirty="0" err="1">
                <a:solidFill>
                  <a:srgbClr val="4EC9B0"/>
                </a:solidFill>
                <a:latin typeface="Consolas" panose="020B0609020204030204" pitchFamily="49" charset="0"/>
              </a:rPr>
              <a:t>Json_dom</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a:t>
            </a:r>
            <a:r>
              <a:rPr lang="en-CA" sz="1200" dirty="0">
                <a:solidFill>
                  <a:srgbClr val="9CDCFE"/>
                </a:solidFill>
                <a:latin typeface="Consolas" panose="020B0609020204030204" pitchFamily="49" charset="0"/>
              </a:rPr>
              <a:t>value</a:t>
            </a:r>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  </a:t>
            </a:r>
            <a:r>
              <a:rPr lang="en-CA" sz="1200" dirty="0" smtClean="0">
                <a:solidFill>
                  <a:srgbClr val="C586C0"/>
                </a:solidFill>
                <a:latin typeface="Consolas" panose="020B0609020204030204" pitchFamily="49" charset="0"/>
              </a:rPr>
              <a:t>return</a:t>
            </a:r>
            <a:r>
              <a:rPr lang="en-CA" sz="1200" dirty="0" smtClean="0">
                <a:solidFill>
                  <a:srgbClr val="CCCCCC"/>
                </a:solidFill>
                <a:latin typeface="Consolas" panose="020B0609020204030204" pitchFamily="49" charset="0"/>
              </a:rPr>
              <a:t> </a:t>
            </a:r>
            <a:r>
              <a:rPr lang="en-CA" sz="1200" dirty="0">
                <a:solidFill>
                  <a:srgbClr val="9CDCFE"/>
                </a:solidFill>
                <a:latin typeface="Consolas" panose="020B0609020204030204" pitchFamily="49" charset="0"/>
              </a:rPr>
              <a:t>value</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err="1">
                <a:solidFill>
                  <a:srgbClr val="569CD6"/>
                </a:solidFill>
                <a:latin typeface="Consolas" panose="020B0609020204030204" pitchFamily="49" charset="0"/>
              </a:rPr>
              <a:t>nullptr</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err="1">
                <a:solidFill>
                  <a:srgbClr val="DCDCAA"/>
                </a:solidFill>
                <a:latin typeface="Consolas" panose="020B0609020204030204" pitchFamily="49" charset="0"/>
              </a:rPr>
              <a:t>add_alias</a:t>
            </a:r>
            <a:r>
              <a:rPr lang="en-CA" sz="1200" dirty="0">
                <a:solidFill>
                  <a:srgbClr val="CCCCCC"/>
                </a:solidFill>
                <a:latin typeface="Consolas" panose="020B0609020204030204" pitchFamily="49" charset="0"/>
              </a:rPr>
              <a:t>(</a:t>
            </a:r>
            <a:r>
              <a:rPr lang="en-CA" sz="1200" dirty="0">
                <a:solidFill>
                  <a:srgbClr val="9CDCFE"/>
                </a:solidFill>
                <a:latin typeface="Consolas" panose="020B0609020204030204" pitchFamily="49" charset="0"/>
              </a:rPr>
              <a:t>key</a:t>
            </a:r>
            <a:r>
              <a:rPr lang="en-CA" sz="1200" dirty="0">
                <a:solidFill>
                  <a:srgbClr val="CCCCCC"/>
                </a:solidFill>
                <a:latin typeface="Consolas" panose="020B0609020204030204" pitchFamily="49" charset="0"/>
              </a:rPr>
              <a:t>, </a:t>
            </a:r>
            <a:r>
              <a:rPr lang="en-CA" sz="1200" dirty="0">
                <a:solidFill>
                  <a:srgbClr val="9CDCFE"/>
                </a:solidFill>
                <a:latin typeface="Consolas" panose="020B0609020204030204" pitchFamily="49" charset="0"/>
              </a:rPr>
              <a:t>value</a:t>
            </a:r>
            <a:r>
              <a:rPr lang="en-CA" sz="1200" dirty="0">
                <a:solidFill>
                  <a:srgbClr val="CCCCCC"/>
                </a:solidFill>
                <a:latin typeface="Consolas" panose="020B0609020204030204" pitchFamily="49" charset="0"/>
              </a:rPr>
              <a:t>-&gt;</a:t>
            </a:r>
            <a:r>
              <a:rPr lang="en-CA" sz="1200" dirty="0">
                <a:solidFill>
                  <a:srgbClr val="DCDCAA"/>
                </a:solidFill>
                <a:latin typeface="Consolas" panose="020B0609020204030204" pitchFamily="49" charset="0"/>
              </a:rPr>
              <a:t>clone</a:t>
            </a:r>
            <a:r>
              <a:rPr lang="en-CA" sz="1200" dirty="0">
                <a:solidFill>
                  <a:srgbClr val="CCCCCC"/>
                </a:solidFill>
                <a:latin typeface="Consolas" panose="020B0609020204030204" pitchFamily="49" charset="0"/>
              </a:rPr>
              <a:t>());</a:t>
            </a:r>
          </a:p>
          <a:p>
            <a:r>
              <a:rPr lang="en-CA" sz="1200" dirty="0" smtClean="0">
                <a:solidFill>
                  <a:srgbClr val="CCCCCC"/>
                </a:solidFill>
                <a:latin typeface="Consolas" panose="020B0609020204030204" pitchFamily="49" charset="0"/>
              </a:rPr>
              <a:t>}</a:t>
            </a:r>
            <a:endParaRPr lang="en-CA" sz="1200" dirty="0">
              <a:solidFill>
                <a:srgbClr val="CCCCCC"/>
              </a:solidFill>
              <a:latin typeface="Consolas" panose="020B0609020204030204" pitchFamily="49" charset="0"/>
            </a:endParaRPr>
          </a:p>
        </p:txBody>
      </p:sp>
      <p:grpSp>
        <p:nvGrpSpPr>
          <p:cNvPr id="24" name="Group 23"/>
          <p:cNvGrpSpPr/>
          <p:nvPr/>
        </p:nvGrpSpPr>
        <p:grpSpPr>
          <a:xfrm>
            <a:off x="2762208" y="1905000"/>
            <a:ext cx="5867400" cy="3037112"/>
            <a:chOff x="457200" y="1950721"/>
            <a:chExt cx="5867400" cy="3037112"/>
          </a:xfrm>
        </p:grpSpPr>
        <p:sp>
          <p:nvSpPr>
            <p:cNvPr id="4" name="TextBox 3"/>
            <p:cNvSpPr txBox="1"/>
            <p:nvPr/>
          </p:nvSpPr>
          <p:spPr>
            <a:xfrm>
              <a:off x="457200" y="1950721"/>
              <a:ext cx="5867400" cy="3037112"/>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CA" sz="1200" dirty="0">
                  <a:solidFill>
                    <a:srgbClr val="569CD6"/>
                  </a:solidFill>
                  <a:latin typeface="Consolas" panose="020B0609020204030204" pitchFamily="49" charset="0"/>
                </a:rPr>
                <a:t>void</a:t>
              </a:r>
              <a:r>
                <a:rPr lang="en-CA" sz="1200" dirty="0">
                  <a:solidFill>
                    <a:srgbClr val="CCCCCC"/>
                  </a:solidFill>
                  <a:latin typeface="Consolas" panose="020B0609020204030204" pitchFamily="49" charset="0"/>
                </a:rPr>
                <a:t> </a:t>
              </a:r>
              <a:r>
                <a:rPr lang="en-CA" sz="1200" dirty="0" err="1">
                  <a:solidFill>
                    <a:srgbClr val="4EC9B0"/>
                  </a:solidFill>
                  <a:latin typeface="Consolas" panose="020B0609020204030204" pitchFamily="49" charset="0"/>
                </a:rPr>
                <a:t>DB_restrictions</a:t>
              </a:r>
              <a:r>
                <a:rPr lang="en-CA" sz="1200" dirty="0">
                  <a:solidFill>
                    <a:srgbClr val="CCCCCC"/>
                  </a:solidFill>
                  <a:latin typeface="Consolas" panose="020B0609020204030204" pitchFamily="49" charset="0"/>
                </a:rPr>
                <a:t>::</a:t>
              </a:r>
              <a:r>
                <a:rPr lang="en-CA" sz="1200" dirty="0" err="1">
                  <a:solidFill>
                    <a:srgbClr val="DCDCAA"/>
                  </a:solidFill>
                  <a:latin typeface="Consolas" panose="020B0609020204030204" pitchFamily="49" charset="0"/>
                </a:rPr>
                <a:t>get_as_json</a:t>
              </a:r>
              <a:r>
                <a:rPr lang="en-CA" sz="1200" dirty="0">
                  <a:solidFill>
                    <a:srgbClr val="CCCCCC"/>
                  </a:solidFill>
                  <a:latin typeface="Consolas" panose="020B0609020204030204" pitchFamily="49" charset="0"/>
                </a:rPr>
                <a:t>(</a:t>
              </a:r>
              <a:r>
                <a:rPr lang="en-CA" sz="1200" dirty="0" err="1">
                  <a:solidFill>
                    <a:srgbClr val="4EC9B0"/>
                  </a:solidFill>
                  <a:latin typeface="Consolas" panose="020B0609020204030204" pitchFamily="49" charset="0"/>
                </a:rPr>
                <a:t>Json_array</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&amp;</a:t>
              </a:r>
              <a:r>
                <a:rPr lang="en-CA" sz="1200" dirty="0" err="1">
                  <a:solidFill>
                    <a:srgbClr val="9CDCFE"/>
                  </a:solidFill>
                  <a:latin typeface="Consolas" panose="020B0609020204030204" pitchFamily="49" charset="0"/>
                </a:rPr>
                <a:t>restrictions_array</a:t>
              </a:r>
              <a:r>
                <a:rPr lang="en-CA" sz="1200" dirty="0">
                  <a:solidFill>
                    <a:srgbClr val="CCCCCC"/>
                  </a:solidFill>
                  <a:latin typeface="Consolas" panose="020B0609020204030204" pitchFamily="49" charset="0"/>
                </a:rPr>
                <a:t>) </a:t>
              </a:r>
              <a:r>
                <a:rPr lang="en-CA" sz="1200" dirty="0" err="1">
                  <a:solidFill>
                    <a:srgbClr val="569CD6"/>
                  </a:solidFill>
                  <a:latin typeface="Consolas" panose="020B0609020204030204" pitchFamily="49" charset="0"/>
                </a:rPr>
                <a:t>const</a:t>
              </a:r>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for</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auto</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&amp;</a:t>
              </a:r>
              <a:r>
                <a:rPr lang="en-CA" sz="1200" dirty="0" err="1">
                  <a:solidFill>
                    <a:srgbClr val="9CDCFE"/>
                  </a:solidFill>
                  <a:latin typeface="Consolas" panose="020B0609020204030204" pitchFamily="49" charset="0"/>
                </a:rPr>
                <a:t>revocations_itr</a:t>
              </a:r>
              <a:r>
                <a:rPr lang="en-CA" sz="1200" dirty="0">
                  <a:solidFill>
                    <a:srgbClr val="CCCCCC"/>
                  </a:solidFill>
                  <a:latin typeface="Consolas" panose="020B0609020204030204" pitchFamily="49" charset="0"/>
                </a:rPr>
                <a:t> : </a:t>
              </a:r>
              <a:r>
                <a:rPr lang="en-CA" sz="1200" dirty="0" err="1">
                  <a:solidFill>
                    <a:srgbClr val="9CDCFE"/>
                  </a:solidFill>
                  <a:latin typeface="Consolas" panose="020B0609020204030204" pitchFamily="49" charset="0"/>
                </a:rPr>
                <a:t>m_restrictions</a:t>
              </a:r>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    </a:t>
              </a:r>
              <a:r>
                <a:rPr lang="en-CA" sz="1200" dirty="0" err="1">
                  <a:solidFill>
                    <a:srgbClr val="4EC9B0"/>
                  </a:solidFill>
                  <a:latin typeface="Consolas" panose="020B0609020204030204" pitchFamily="49" charset="0"/>
                </a:rPr>
                <a:t>Json_array</a:t>
              </a:r>
              <a:r>
                <a:rPr lang="en-CA" sz="1200" dirty="0">
                  <a:solidFill>
                    <a:srgbClr val="CCCCCC"/>
                  </a:solidFill>
                  <a:latin typeface="Consolas" panose="020B0609020204030204" pitchFamily="49" charset="0"/>
                </a:rPr>
                <a:t> </a:t>
              </a:r>
              <a:r>
                <a:rPr lang="en-CA" sz="1200" dirty="0">
                  <a:solidFill>
                    <a:srgbClr val="9CDCFE"/>
                  </a:solidFill>
                  <a:latin typeface="Consolas" panose="020B0609020204030204" pitchFamily="49" charset="0"/>
                </a:rPr>
                <a:t>privileges</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err="1">
                  <a:solidFill>
                    <a:srgbClr val="4EC9B0"/>
                  </a:solidFill>
                  <a:latin typeface="Consolas" panose="020B0609020204030204" pitchFamily="49" charset="0"/>
                </a:rPr>
                <a:t>Json_object</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revocations_obj</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err="1">
                  <a:solidFill>
                    <a:srgbClr val="4EC9B0"/>
                  </a:solidFill>
                  <a:latin typeface="Consolas" panose="020B0609020204030204" pitchFamily="49" charset="0"/>
                </a:rPr>
                <a:t>Json_string</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db_name</a:t>
              </a:r>
              <a:r>
                <a:rPr lang="en-CA" sz="1200" dirty="0">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revocations_itr</a:t>
              </a:r>
              <a:r>
                <a:rPr lang="en-CA" sz="1200" dirty="0" err="1">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first</a:t>
              </a:r>
              <a:r>
                <a:rPr lang="en-CA" sz="1200" dirty="0" err="1">
                  <a:solidFill>
                    <a:srgbClr val="CCCCCC"/>
                  </a:solidFill>
                  <a:latin typeface="Consolas" panose="020B0609020204030204" pitchFamily="49" charset="0"/>
                </a:rPr>
                <a:t>.</a:t>
              </a:r>
              <a:r>
                <a:rPr lang="en-CA" sz="1200" dirty="0" err="1">
                  <a:solidFill>
                    <a:srgbClr val="DCDCAA"/>
                  </a:solidFill>
                  <a:latin typeface="Consolas" panose="020B0609020204030204" pitchFamily="49" charset="0"/>
                </a:rPr>
                <a:t>c_str</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revocations_obj</a:t>
              </a:r>
              <a:r>
                <a:rPr lang="en-CA" sz="1200" dirty="0" err="1">
                  <a:solidFill>
                    <a:srgbClr val="CCCCCC"/>
                  </a:solidFill>
                  <a:latin typeface="Consolas" panose="020B0609020204030204" pitchFamily="49" charset="0"/>
                </a:rPr>
                <a:t>.</a:t>
              </a:r>
              <a:r>
                <a:rPr lang="en-CA" sz="1200" dirty="0" err="1">
                  <a:solidFill>
                    <a:srgbClr val="DCDCAA"/>
                  </a:solidFill>
                  <a:latin typeface="Consolas" panose="020B0609020204030204" pitchFamily="49" charset="0"/>
                </a:rPr>
                <a:t>add_clone</a:t>
              </a:r>
              <a:r>
                <a:rPr lang="en-CA" sz="1200" dirty="0">
                  <a:solidFill>
                    <a:srgbClr val="CCCCCC"/>
                  </a:solidFill>
                  <a:latin typeface="Consolas" panose="020B0609020204030204" pitchFamily="49" charset="0"/>
                </a:rPr>
                <a:t>(</a:t>
              </a:r>
              <a:r>
                <a:rPr lang="en-CA" sz="1200" dirty="0" err="1">
                  <a:solidFill>
                    <a:srgbClr val="4EC9B0"/>
                  </a:solidFill>
                  <a:latin typeface="Consolas" panose="020B0609020204030204" pitchFamily="49" charset="0"/>
                </a:rPr>
                <a:t>consts</a:t>
              </a:r>
              <a:r>
                <a:rPr lang="en-CA" sz="1200" dirty="0">
                  <a:solidFill>
                    <a:srgbClr val="CCCCCC"/>
                  </a:solidFill>
                  <a:latin typeface="Consolas" panose="020B0609020204030204" pitchFamily="49" charset="0"/>
                </a:rPr>
                <a:t>::</a:t>
              </a:r>
              <a:r>
                <a:rPr lang="en-CA" sz="1200" dirty="0">
                  <a:solidFill>
                    <a:srgbClr val="9CDCFE"/>
                  </a:solidFill>
                  <a:latin typeface="Consolas" panose="020B0609020204030204" pitchFamily="49" charset="0"/>
                </a:rPr>
                <a:t>Database</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&amp;</a:t>
              </a:r>
              <a:r>
                <a:rPr lang="en-CA" sz="1200" dirty="0" err="1">
                  <a:solidFill>
                    <a:srgbClr val="9CDCFE"/>
                  </a:solidFill>
                  <a:latin typeface="Consolas" panose="020B0609020204030204" pitchFamily="49" charset="0"/>
                </a:rPr>
                <a:t>db_name</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err="1">
                  <a:solidFill>
                    <a:srgbClr val="4EC9B0"/>
                  </a:solidFill>
                  <a:latin typeface="Consolas" panose="020B0609020204030204" pitchFamily="49" charset="0"/>
                </a:rPr>
                <a:t>ulong</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revokes_mask</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revocations_itr</a:t>
              </a:r>
              <a:r>
                <a:rPr lang="en-CA" sz="1200" dirty="0" err="1">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second</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while</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revokes_mask</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a:solidFill>
                    <a:srgbClr val="B5CEA8"/>
                  </a:solidFill>
                  <a:latin typeface="Consolas" panose="020B0609020204030204" pitchFamily="49" charset="0"/>
                </a:rPr>
                <a:t>0</a:t>
              </a:r>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      </a:t>
              </a:r>
              <a:r>
                <a:rPr lang="en-CA" sz="1200" dirty="0" err="1">
                  <a:solidFill>
                    <a:srgbClr val="4EC9B0"/>
                  </a:solidFill>
                  <a:latin typeface="Consolas" panose="020B0609020204030204" pitchFamily="49" charset="0"/>
                </a:rPr>
                <a:t>Json_string</a:t>
              </a:r>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priv_str</a:t>
              </a:r>
              <a:r>
                <a:rPr lang="en-CA" sz="1200" dirty="0">
                  <a:solidFill>
                    <a:srgbClr val="CCCCCC"/>
                  </a:solidFill>
                  <a:latin typeface="Consolas" panose="020B0609020204030204" pitchFamily="49" charset="0"/>
                </a:rPr>
                <a:t>(</a:t>
              </a:r>
              <a:r>
                <a:rPr lang="en-CA" sz="1200" dirty="0" err="1">
                  <a:solidFill>
                    <a:srgbClr val="DCDCAA"/>
                  </a:solidFill>
                  <a:latin typeface="Consolas" panose="020B0609020204030204" pitchFamily="49" charset="0"/>
                </a:rPr>
                <a:t>get_one_priv</a:t>
              </a:r>
              <a:r>
                <a:rPr lang="en-CA" sz="1200" dirty="0">
                  <a:solidFill>
                    <a:srgbClr val="CCCCCC"/>
                  </a:solidFill>
                  <a:latin typeface="Consolas" panose="020B0609020204030204" pitchFamily="49" charset="0"/>
                </a:rPr>
                <a:t>(</a:t>
              </a:r>
              <a:r>
                <a:rPr lang="en-CA" sz="1200" dirty="0" err="1">
                  <a:solidFill>
                    <a:srgbClr val="9CDCFE"/>
                  </a:solidFill>
                  <a:latin typeface="Consolas" panose="020B0609020204030204" pitchFamily="49" charset="0"/>
                </a:rPr>
                <a:t>revokes_mask</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privileges</a:t>
              </a:r>
              <a:r>
                <a:rPr lang="en-CA" sz="1200" dirty="0" err="1">
                  <a:solidFill>
                    <a:srgbClr val="CCCCCC"/>
                  </a:solidFill>
                  <a:latin typeface="Consolas" panose="020B0609020204030204" pitchFamily="49" charset="0"/>
                </a:rPr>
                <a:t>.</a:t>
              </a:r>
              <a:r>
                <a:rPr lang="en-CA" sz="1200" dirty="0" err="1">
                  <a:solidFill>
                    <a:srgbClr val="DCDCAA"/>
                  </a:solidFill>
                  <a:latin typeface="Consolas" panose="020B0609020204030204" pitchFamily="49" charset="0"/>
                </a:rPr>
                <a:t>append_clone</a:t>
              </a:r>
              <a:r>
                <a:rPr lang="en-CA" sz="1200" dirty="0">
                  <a:solidFill>
                    <a:srgbClr val="CCCCCC"/>
                  </a:solidFill>
                  <a:latin typeface="Consolas" panose="020B0609020204030204" pitchFamily="49" charset="0"/>
                </a:rPr>
                <a:t>(</a:t>
              </a:r>
              <a:r>
                <a:rPr lang="en-CA" sz="1200" dirty="0">
                  <a:solidFill>
                    <a:srgbClr val="D4D4D4"/>
                  </a:solidFill>
                  <a:latin typeface="Consolas" panose="020B0609020204030204" pitchFamily="49" charset="0"/>
                </a:rPr>
                <a:t>&amp;</a:t>
              </a:r>
              <a:r>
                <a:rPr lang="en-CA" sz="1200" dirty="0" err="1">
                  <a:solidFill>
                    <a:srgbClr val="9CDCFE"/>
                  </a:solidFill>
                  <a:latin typeface="Consolas" panose="020B0609020204030204" pitchFamily="49" charset="0"/>
                </a:rPr>
                <a:t>priv_str</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revocations_obj</a:t>
              </a:r>
              <a:r>
                <a:rPr lang="en-CA" sz="1200" dirty="0" err="1">
                  <a:solidFill>
                    <a:srgbClr val="CCCCCC"/>
                  </a:solidFill>
                  <a:latin typeface="Consolas" panose="020B0609020204030204" pitchFamily="49" charset="0"/>
                </a:rPr>
                <a:t>.</a:t>
              </a:r>
              <a:r>
                <a:rPr lang="en-CA" sz="1200" dirty="0" err="1">
                  <a:solidFill>
                    <a:srgbClr val="DCDCAA"/>
                  </a:solidFill>
                  <a:latin typeface="Consolas" panose="020B0609020204030204" pitchFamily="49" charset="0"/>
                </a:rPr>
                <a:t>add_clone</a:t>
              </a:r>
              <a:r>
                <a:rPr lang="en-CA" sz="1200" dirty="0">
                  <a:solidFill>
                    <a:srgbClr val="CCCCCC"/>
                  </a:solidFill>
                  <a:latin typeface="Consolas" panose="020B0609020204030204" pitchFamily="49" charset="0"/>
                </a:rPr>
                <a:t>(</a:t>
              </a:r>
              <a:r>
                <a:rPr lang="en-CA" sz="1200" dirty="0" err="1">
                  <a:solidFill>
                    <a:srgbClr val="4EC9B0"/>
                  </a:solidFill>
                  <a:latin typeface="Consolas" panose="020B0609020204030204" pitchFamily="49" charset="0"/>
                </a:rPr>
                <a:t>consts</a:t>
              </a:r>
              <a:r>
                <a:rPr lang="en-CA" sz="1200" dirty="0">
                  <a:solidFill>
                    <a:srgbClr val="CCCCCC"/>
                  </a:solidFill>
                  <a:latin typeface="Consolas" panose="020B0609020204030204" pitchFamily="49" charset="0"/>
                </a:rPr>
                <a:t>::</a:t>
              </a:r>
              <a:r>
                <a:rPr lang="en-CA" sz="1200" dirty="0">
                  <a:solidFill>
                    <a:srgbClr val="9CDCFE"/>
                  </a:solidFill>
                  <a:latin typeface="Consolas" panose="020B0609020204030204" pitchFamily="49" charset="0"/>
                </a:rPr>
                <a:t>Privileges</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&amp;</a:t>
              </a:r>
              <a:r>
                <a:rPr lang="en-CA" sz="1200" dirty="0">
                  <a:solidFill>
                    <a:srgbClr val="9CDCFE"/>
                  </a:solidFill>
                  <a:latin typeface="Consolas" panose="020B0609020204030204" pitchFamily="49" charset="0"/>
                </a:rPr>
                <a:t>privileges</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r>
                <a:rPr lang="en-CA" sz="1200" dirty="0" err="1">
                  <a:solidFill>
                    <a:srgbClr val="9CDCFE"/>
                  </a:solidFill>
                  <a:latin typeface="Consolas" panose="020B0609020204030204" pitchFamily="49" charset="0"/>
                </a:rPr>
                <a:t>restrictions_array</a:t>
              </a:r>
              <a:r>
                <a:rPr lang="en-CA" sz="1200" dirty="0" err="1">
                  <a:solidFill>
                    <a:srgbClr val="CCCCCC"/>
                  </a:solidFill>
                  <a:latin typeface="Consolas" panose="020B0609020204030204" pitchFamily="49" charset="0"/>
                </a:rPr>
                <a:t>.</a:t>
              </a:r>
              <a:r>
                <a:rPr lang="en-CA" sz="1200" dirty="0" err="1">
                  <a:solidFill>
                    <a:srgbClr val="DCDCAA"/>
                  </a:solidFill>
                  <a:latin typeface="Consolas" panose="020B0609020204030204" pitchFamily="49" charset="0"/>
                </a:rPr>
                <a:t>append_clone</a:t>
              </a:r>
              <a:r>
                <a:rPr lang="en-CA" sz="1200" dirty="0">
                  <a:solidFill>
                    <a:srgbClr val="CCCCCC"/>
                  </a:solidFill>
                  <a:latin typeface="Consolas" panose="020B0609020204030204" pitchFamily="49" charset="0"/>
                </a:rPr>
                <a:t>(</a:t>
              </a:r>
              <a:r>
                <a:rPr lang="en-CA" sz="1200" dirty="0">
                  <a:solidFill>
                    <a:srgbClr val="D4D4D4"/>
                  </a:solidFill>
                  <a:latin typeface="Consolas" panose="020B0609020204030204" pitchFamily="49" charset="0"/>
                </a:rPr>
                <a:t>&amp;</a:t>
              </a:r>
              <a:r>
                <a:rPr lang="en-CA" sz="1200" dirty="0" err="1">
                  <a:solidFill>
                    <a:srgbClr val="9CDCFE"/>
                  </a:solidFill>
                  <a:latin typeface="Consolas" panose="020B0609020204030204" pitchFamily="49" charset="0"/>
                </a:rPr>
                <a:t>revocations_obj</a:t>
              </a:r>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a:t>
              </a:r>
            </a:p>
          </p:txBody>
        </p:sp>
        <p:sp>
          <p:nvSpPr>
            <p:cNvPr id="23" name="Rounded Rectangle 22"/>
            <p:cNvSpPr/>
            <p:nvPr/>
          </p:nvSpPr>
          <p:spPr bwMode="auto">
            <a:xfrm>
              <a:off x="836023" y="2560321"/>
              <a:ext cx="1964370" cy="191870"/>
            </a:xfrm>
            <a:prstGeom prst="roundRect">
              <a:avLst/>
            </a:prstGeom>
            <a:noFill/>
            <a:ln w="28575" algn="ctr">
              <a:solidFill>
                <a:srgbClr val="FF0000"/>
              </a:solidFill>
              <a:miter lim="800000"/>
              <a:headEnd/>
              <a:tailEnd/>
            </a:ln>
            <a:effectLst/>
          </p:spPr>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sp>
          <p:nvSpPr>
            <p:cNvPr id="25" name="Rounded Rectangle 24"/>
            <p:cNvSpPr/>
            <p:nvPr/>
          </p:nvSpPr>
          <p:spPr bwMode="auto">
            <a:xfrm>
              <a:off x="836022" y="4195354"/>
              <a:ext cx="5088570" cy="228600"/>
            </a:xfrm>
            <a:prstGeom prst="roundRect">
              <a:avLst/>
            </a:prstGeom>
            <a:noFill/>
            <a:ln w="28575" algn="ctr">
              <a:solidFill>
                <a:srgbClr val="FF0000"/>
              </a:solidFill>
              <a:miter lim="800000"/>
              <a:headEnd/>
              <a:tailEnd/>
            </a:ln>
            <a:effectLst/>
          </p:spPr>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grpSp>
      <p:sp>
        <p:nvSpPr>
          <p:cNvPr id="29" name="Rounded Rectangle 28"/>
          <p:cNvSpPr/>
          <p:nvPr/>
        </p:nvSpPr>
        <p:spPr bwMode="auto">
          <a:xfrm>
            <a:off x="6705600" y="5521234"/>
            <a:ext cx="1219200" cy="193766"/>
          </a:xfrm>
          <a:prstGeom prst="roundRect">
            <a:avLst/>
          </a:prstGeom>
          <a:noFill/>
          <a:ln w="28575" algn="ctr">
            <a:solidFill>
              <a:srgbClr val="FF0000"/>
            </a:solidFill>
            <a:miter lim="800000"/>
            <a:headEnd/>
            <a:tailEnd/>
          </a:ln>
          <a:effectLst/>
        </p:spPr>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spTree>
    <p:extLst>
      <p:ext uri="{BB962C8B-B14F-4D97-AF65-F5344CB8AC3E}">
        <p14:creationId xmlns:p14="http://schemas.microsoft.com/office/powerpoint/2010/main" val="7648145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often do these opportunities occur?</a:t>
            </a:r>
            <a:endParaRPr lang="en-US" dirty="0"/>
          </a:p>
        </p:txBody>
      </p:sp>
      <p:sp>
        <p:nvSpPr>
          <p:cNvPr id="21" name="Content Placeholder 2"/>
          <p:cNvSpPr>
            <a:spLocks noGrp="1"/>
          </p:cNvSpPr>
          <p:nvPr>
            <p:ph idx="1"/>
          </p:nvPr>
        </p:nvSpPr>
        <p:spPr>
          <a:xfrm>
            <a:off x="342817" y="914400"/>
            <a:ext cx="10706183" cy="1447799"/>
          </a:xfrm>
        </p:spPr>
        <p:txBody>
          <a:bodyPr/>
          <a:lstStyle/>
          <a:p>
            <a:r>
              <a:rPr lang="en-US" dirty="0" smtClean="0"/>
              <a:t>Some of the simplest cases can be caught by CSE, but improvements are still necessary.</a:t>
            </a:r>
          </a:p>
          <a:p>
            <a:r>
              <a:rPr lang="en-US" dirty="0" smtClean="0"/>
              <a:t>By limiting the analysis to leaf classes only, we are still able to </a:t>
            </a:r>
            <a:r>
              <a:rPr lang="en-US" dirty="0" err="1" smtClean="0"/>
              <a:t>devirtualize</a:t>
            </a:r>
            <a:r>
              <a:rPr lang="en-US" dirty="0" smtClean="0"/>
              <a:t> a number of </a:t>
            </a:r>
            <a:r>
              <a:rPr lang="en-US" dirty="0" err="1" smtClean="0"/>
              <a:t>callsites</a:t>
            </a:r>
            <a:r>
              <a:rPr lang="en-US" dirty="0" smtClean="0"/>
              <a:t>.</a:t>
            </a:r>
          </a:p>
        </p:txBody>
      </p:sp>
      <p:graphicFrame>
        <p:nvGraphicFramePr>
          <p:cNvPr id="11" name="Table 10"/>
          <p:cNvGraphicFramePr>
            <a:graphicFrameLocks noGrp="1"/>
          </p:cNvGraphicFramePr>
          <p:nvPr>
            <p:extLst>
              <p:ext uri="{D42A27DB-BD31-4B8C-83A1-F6EECF244321}">
                <p14:modId xmlns:p14="http://schemas.microsoft.com/office/powerpoint/2010/main" val="4012940513"/>
              </p:ext>
            </p:extLst>
          </p:nvPr>
        </p:nvGraphicFramePr>
        <p:xfrm>
          <a:off x="1780159" y="2438400"/>
          <a:ext cx="7831497" cy="2625103"/>
        </p:xfrm>
        <a:graphic>
          <a:graphicData uri="http://schemas.openxmlformats.org/drawingml/2006/table">
            <a:tbl>
              <a:tblPr firstRow="1" bandRow="1">
                <a:tableStyleId>{21E4AEA4-8DFA-4A89-87EB-49C32662AFE0}</a:tableStyleId>
              </a:tblPr>
              <a:tblGrid>
                <a:gridCol w="649610"/>
                <a:gridCol w="1255390"/>
                <a:gridCol w="1752600"/>
                <a:gridCol w="1877441"/>
                <a:gridCol w="997238"/>
                <a:gridCol w="1299218"/>
              </a:tblGrid>
              <a:tr h="533400">
                <a:tc>
                  <a:txBody>
                    <a:bodyPr/>
                    <a:lstStyle/>
                    <a:p>
                      <a:pPr algn="ctr"/>
                      <a:endParaRPr lang="en-CA" dirty="0"/>
                    </a:p>
                  </a:txBody>
                  <a:tcPr anchor="ctr">
                    <a:noFill/>
                  </a:tcPr>
                </a:tc>
                <a:tc>
                  <a:txBody>
                    <a:bodyPr/>
                    <a:lstStyle/>
                    <a:p>
                      <a:pPr algn="ctr"/>
                      <a:endParaRPr lang="en-CA" dirty="0"/>
                    </a:p>
                  </a:txBody>
                  <a:tcPr anchor="ctr">
                    <a:noFill/>
                  </a:tcPr>
                </a:tc>
                <a:tc gridSpan="2">
                  <a:txBody>
                    <a:bodyPr/>
                    <a:lstStyle/>
                    <a:p>
                      <a:pPr algn="ctr"/>
                      <a:r>
                        <a:rPr lang="en-CA" dirty="0" smtClean="0"/>
                        <a:t>Number</a:t>
                      </a:r>
                      <a:r>
                        <a:rPr lang="en-CA" baseline="0" dirty="0" smtClean="0"/>
                        <a:t> of </a:t>
                      </a:r>
                      <a:r>
                        <a:rPr lang="en-CA" baseline="0" dirty="0" err="1" smtClean="0"/>
                        <a:t>devirtualized</a:t>
                      </a:r>
                      <a:r>
                        <a:rPr lang="en-CA" baseline="0" dirty="0" smtClean="0"/>
                        <a:t> </a:t>
                      </a:r>
                      <a:r>
                        <a:rPr lang="en-CA" baseline="0" dirty="0" err="1" smtClean="0"/>
                        <a:t>callsites</a:t>
                      </a:r>
                      <a:endParaRPr lang="en-CA" dirty="0"/>
                    </a:p>
                  </a:txBody>
                  <a:tcPr anchor="ctr"/>
                </a:tc>
                <a:tc hMerge="1">
                  <a:txBody>
                    <a:bodyPr/>
                    <a:lstStyle/>
                    <a:p>
                      <a:pPr algn="ctr"/>
                      <a:endParaRPr lang="en-CA" dirty="0"/>
                    </a:p>
                  </a:txBody>
                  <a:tcPr anchor="ctr"/>
                </a:tc>
                <a:tc>
                  <a:txBody>
                    <a:bodyPr/>
                    <a:lstStyle/>
                    <a:p>
                      <a:pPr algn="ctr"/>
                      <a:endParaRPr lang="en-CA" dirty="0"/>
                    </a:p>
                  </a:txBody>
                  <a:tcPr anchor="ctr">
                    <a:noFill/>
                  </a:tcPr>
                </a:tc>
                <a:tc>
                  <a:txBody>
                    <a:bodyPr/>
                    <a:lstStyle/>
                    <a:p>
                      <a:pPr algn="ctr"/>
                      <a:endParaRPr lang="en-CA" dirty="0"/>
                    </a:p>
                  </a:txBody>
                  <a:tcPr anchor="ctr">
                    <a:noFill/>
                  </a:tcPr>
                </a:tc>
              </a:tr>
              <a:tr h="473942">
                <a:tc gridSpan="2">
                  <a:txBody>
                    <a:bodyPr/>
                    <a:lstStyle/>
                    <a:p>
                      <a:pPr algn="ctr"/>
                      <a:r>
                        <a:rPr kumimoji="0" lang="en-CA" sz="1700" b="1" i="0" u="none" strike="noStrike" kern="1200" cap="none" spc="0" normalizeH="0" baseline="0" noProof="0" dirty="0" smtClean="0">
                          <a:ln>
                            <a:noFill/>
                          </a:ln>
                          <a:solidFill>
                            <a:srgbClr val="FFFFFF"/>
                          </a:solidFill>
                          <a:effectLst/>
                          <a:uLnTx/>
                          <a:uFillTx/>
                          <a:latin typeface="+mn-lt"/>
                          <a:ea typeface="+mn-ea"/>
                          <a:cs typeface="+mn-cs"/>
                        </a:rPr>
                        <a:t>Benchmark</a:t>
                      </a:r>
                      <a:endParaRPr lang="en-CA" dirty="0"/>
                    </a:p>
                  </a:txBody>
                  <a:tcPr anchor="ctr">
                    <a:solidFill>
                      <a:schemeClr val="accent2"/>
                    </a:solidFill>
                  </a:tcPr>
                </a:tc>
                <a:tc hMerge="1">
                  <a:txBody>
                    <a:bodyPr/>
                    <a:lstStyle/>
                    <a:p>
                      <a:endParaRPr lang="en-CA"/>
                    </a:p>
                  </a:txBody>
                  <a:tcPr/>
                </a:tc>
                <a:tc>
                  <a:txBody>
                    <a:bodyPr/>
                    <a:lstStyle/>
                    <a:p>
                      <a:pPr algn="ctr"/>
                      <a:r>
                        <a:rPr lang="en-CA" sz="1600" dirty="0" smtClean="0">
                          <a:solidFill>
                            <a:schemeClr val="bg1"/>
                          </a:solidFill>
                        </a:rPr>
                        <a:t>Before </a:t>
                      </a:r>
                      <a:r>
                        <a:rPr lang="en-CA" sz="1600" dirty="0" err="1" smtClean="0">
                          <a:solidFill>
                            <a:schemeClr val="bg1"/>
                          </a:solidFill>
                        </a:rPr>
                        <a:t>inlining</a:t>
                      </a:r>
                      <a:endParaRPr lang="en-CA" sz="1600" dirty="0">
                        <a:solidFill>
                          <a:schemeClr val="bg1"/>
                        </a:solidFill>
                      </a:endParaRPr>
                    </a:p>
                  </a:txBody>
                  <a:tcPr anchor="ctr">
                    <a:solidFill>
                      <a:srgbClr val="C00000"/>
                    </a:solidFill>
                  </a:tcPr>
                </a:tc>
                <a:tc>
                  <a:txBody>
                    <a:bodyPr/>
                    <a:lstStyle/>
                    <a:p>
                      <a:pPr algn="ctr"/>
                      <a:r>
                        <a:rPr lang="en-CA" dirty="0" smtClean="0">
                          <a:solidFill>
                            <a:schemeClr val="bg1"/>
                          </a:solidFill>
                        </a:rPr>
                        <a:t>After </a:t>
                      </a:r>
                      <a:r>
                        <a:rPr lang="en-CA" dirty="0" err="1" smtClean="0">
                          <a:solidFill>
                            <a:schemeClr val="bg1"/>
                          </a:solidFill>
                        </a:rPr>
                        <a:t>inlining</a:t>
                      </a:r>
                      <a:endParaRPr lang="en-CA" dirty="0">
                        <a:solidFill>
                          <a:schemeClr val="bg1"/>
                        </a:solidFill>
                      </a:endParaRPr>
                    </a:p>
                  </a:txBody>
                  <a:tcPr anchor="ctr">
                    <a:solidFill>
                      <a:srgbClr val="C00000"/>
                    </a:solidFill>
                  </a:tcPr>
                </a:tc>
                <a:tc>
                  <a:txBody>
                    <a:bodyPr/>
                    <a:lstStyle/>
                    <a:p>
                      <a:pPr algn="ctr"/>
                      <a:r>
                        <a:rPr lang="en-CA" dirty="0" smtClean="0">
                          <a:solidFill>
                            <a:schemeClr val="bg1"/>
                          </a:solidFill>
                        </a:rPr>
                        <a:t>Total</a:t>
                      </a:r>
                      <a:endParaRPr lang="en-CA" dirty="0">
                        <a:solidFill>
                          <a:schemeClr val="bg1"/>
                        </a:solidFill>
                      </a:endParaRPr>
                    </a:p>
                  </a:txBody>
                  <a:tcPr anchor="ctr">
                    <a:solidFill>
                      <a:srgbClr val="C00000"/>
                    </a:solidFill>
                  </a:tcPr>
                </a:tc>
                <a:tc>
                  <a:txBody>
                    <a:bodyPr/>
                    <a:lstStyle/>
                    <a:p>
                      <a:pPr algn="ctr"/>
                      <a:r>
                        <a:rPr lang="en-CA" dirty="0" smtClean="0">
                          <a:solidFill>
                            <a:schemeClr val="bg1"/>
                          </a:solidFill>
                        </a:rPr>
                        <a:t>Speedup</a:t>
                      </a:r>
                      <a:endParaRPr lang="en-CA" dirty="0">
                        <a:solidFill>
                          <a:schemeClr val="bg1"/>
                        </a:solidFill>
                      </a:endParaRPr>
                    </a:p>
                  </a:txBody>
                  <a:tcPr anchor="ctr">
                    <a:solidFill>
                      <a:srgbClr val="C00000"/>
                    </a:solidFill>
                  </a:tcPr>
                </a:tc>
              </a:tr>
              <a:tr h="429041">
                <a:tc gridSpan="2">
                  <a:txBody>
                    <a:bodyPr/>
                    <a:lstStyle/>
                    <a:p>
                      <a:pPr algn="ctr"/>
                      <a:r>
                        <a:rPr lang="en-CA" dirty="0" smtClean="0"/>
                        <a:t>520.omnetpp_r</a:t>
                      </a:r>
                      <a:endParaRPr lang="en-CA" dirty="0"/>
                    </a:p>
                  </a:txBody>
                  <a:tcPr anchor="ctr"/>
                </a:tc>
                <a:tc hMerge="1">
                  <a:txBody>
                    <a:bodyPr/>
                    <a:lstStyle/>
                    <a:p>
                      <a:endParaRPr lang="en-CA"/>
                    </a:p>
                  </a:txBody>
                  <a:tcPr/>
                </a:tc>
                <a:tc>
                  <a:txBody>
                    <a:bodyPr/>
                    <a:lstStyle/>
                    <a:p>
                      <a:pPr algn="ctr"/>
                      <a:r>
                        <a:rPr lang="en-CA" dirty="0" smtClean="0"/>
                        <a:t>39</a:t>
                      </a:r>
                      <a:endParaRPr lang="en-CA" dirty="0"/>
                    </a:p>
                  </a:txBody>
                  <a:tcPr anchor="ctr"/>
                </a:tc>
                <a:tc>
                  <a:txBody>
                    <a:bodyPr/>
                    <a:lstStyle/>
                    <a:p>
                      <a:pPr algn="ctr"/>
                      <a:r>
                        <a:rPr lang="en-CA" dirty="0" smtClean="0"/>
                        <a:t>186</a:t>
                      </a:r>
                      <a:endParaRPr lang="en-CA" dirty="0"/>
                    </a:p>
                  </a:txBody>
                  <a:tcPr anchor="ctr"/>
                </a:tc>
                <a:tc>
                  <a:txBody>
                    <a:bodyPr/>
                    <a:lstStyle/>
                    <a:p>
                      <a:pPr algn="ctr"/>
                      <a:r>
                        <a:rPr lang="en-CA" dirty="0" smtClean="0"/>
                        <a:t>225</a:t>
                      </a:r>
                      <a:endParaRPr lang="en-CA" dirty="0"/>
                    </a:p>
                  </a:txBody>
                  <a:tcPr anchor="ctr"/>
                </a:tc>
                <a:tc>
                  <a:txBody>
                    <a:bodyPr/>
                    <a:lstStyle/>
                    <a:p>
                      <a:pPr algn="ctr"/>
                      <a:endParaRPr lang="en-CA" dirty="0"/>
                    </a:p>
                  </a:txBody>
                  <a:tcPr anchor="ctr">
                    <a:noFill/>
                  </a:tcPr>
                </a:tc>
              </a:tr>
              <a:tr h="457200">
                <a:tc gridSpan="2">
                  <a:txBody>
                    <a:bodyPr/>
                    <a:lstStyle/>
                    <a:p>
                      <a:pPr algn="ctr"/>
                      <a:r>
                        <a:rPr lang="en-CA" dirty="0" smtClean="0"/>
                        <a:t>523.xalancbmk_r</a:t>
                      </a:r>
                      <a:endParaRPr lang="en-CA" dirty="0"/>
                    </a:p>
                  </a:txBody>
                  <a:tcPr anchor="ctr"/>
                </a:tc>
                <a:tc hMerge="1">
                  <a:txBody>
                    <a:bodyPr/>
                    <a:lstStyle/>
                    <a:p>
                      <a:endParaRPr lang="en-CA"/>
                    </a:p>
                  </a:txBody>
                  <a:tcPr/>
                </a:tc>
                <a:tc>
                  <a:txBody>
                    <a:bodyPr/>
                    <a:lstStyle/>
                    <a:p>
                      <a:pPr algn="ctr"/>
                      <a:r>
                        <a:rPr lang="en-CA" dirty="0" smtClean="0"/>
                        <a:t>30</a:t>
                      </a:r>
                      <a:endParaRPr lang="en-CA" dirty="0"/>
                    </a:p>
                  </a:txBody>
                  <a:tcPr anchor="ctr"/>
                </a:tc>
                <a:tc>
                  <a:txBody>
                    <a:bodyPr/>
                    <a:lstStyle/>
                    <a:p>
                      <a:pPr algn="ctr"/>
                      <a:r>
                        <a:rPr lang="en-CA" dirty="0" smtClean="0"/>
                        <a:t>120</a:t>
                      </a:r>
                      <a:endParaRPr lang="en-CA" dirty="0"/>
                    </a:p>
                  </a:txBody>
                  <a:tcPr anchor="ctr"/>
                </a:tc>
                <a:tc>
                  <a:txBody>
                    <a:bodyPr/>
                    <a:lstStyle/>
                    <a:p>
                      <a:pPr algn="ctr"/>
                      <a:r>
                        <a:rPr lang="en-CA" dirty="0" smtClean="0"/>
                        <a:t>150</a:t>
                      </a:r>
                      <a:endParaRPr lang="en-CA" dirty="0"/>
                    </a:p>
                  </a:txBody>
                  <a:tcPr anchor="ctr"/>
                </a:tc>
                <a:tc>
                  <a:txBody>
                    <a:bodyPr/>
                    <a:lstStyle/>
                    <a:p>
                      <a:pPr algn="ctr"/>
                      <a:r>
                        <a:rPr lang="en-CA" dirty="0" smtClean="0"/>
                        <a:t>1%</a:t>
                      </a:r>
                      <a:endParaRPr lang="en-CA" dirty="0"/>
                    </a:p>
                  </a:txBody>
                  <a:tcPr anchor="ctr"/>
                </a:tc>
              </a:tr>
              <a:tr h="381000">
                <a:tc gridSpan="2">
                  <a:txBody>
                    <a:bodyPr/>
                    <a:lstStyle/>
                    <a:p>
                      <a:pPr algn="ctr"/>
                      <a:r>
                        <a:rPr lang="en-CA" dirty="0" smtClean="0"/>
                        <a:t>510.parest_r</a:t>
                      </a:r>
                      <a:endParaRPr lang="en-CA" dirty="0"/>
                    </a:p>
                  </a:txBody>
                  <a:tcPr anchor="ctr"/>
                </a:tc>
                <a:tc hMerge="1">
                  <a:txBody>
                    <a:bodyPr/>
                    <a:lstStyle/>
                    <a:p>
                      <a:endParaRPr lang="en-CA"/>
                    </a:p>
                  </a:txBody>
                  <a:tcPr/>
                </a:tc>
                <a:tc>
                  <a:txBody>
                    <a:bodyPr/>
                    <a:lstStyle/>
                    <a:p>
                      <a:pPr algn="ctr"/>
                      <a:r>
                        <a:rPr lang="en-CA" dirty="0" smtClean="0"/>
                        <a:t>24</a:t>
                      </a:r>
                      <a:endParaRPr lang="en-CA" dirty="0"/>
                    </a:p>
                  </a:txBody>
                  <a:tcPr anchor="ctr"/>
                </a:tc>
                <a:tc>
                  <a:txBody>
                    <a:bodyPr/>
                    <a:lstStyle/>
                    <a:p>
                      <a:pPr algn="ctr"/>
                      <a:r>
                        <a:rPr lang="en-CA" dirty="0" smtClean="0"/>
                        <a:t>20</a:t>
                      </a:r>
                      <a:endParaRPr lang="en-CA" dirty="0"/>
                    </a:p>
                  </a:txBody>
                  <a:tcPr anchor="ctr"/>
                </a:tc>
                <a:tc>
                  <a:txBody>
                    <a:bodyPr/>
                    <a:lstStyle/>
                    <a:p>
                      <a:pPr algn="ctr"/>
                      <a:r>
                        <a:rPr lang="en-CA" dirty="0" smtClean="0"/>
                        <a:t>44</a:t>
                      </a:r>
                      <a:endParaRPr lang="en-CA" dirty="0"/>
                    </a:p>
                  </a:txBody>
                  <a:tcPr anchor="ctr"/>
                </a:tc>
                <a:tc>
                  <a:txBody>
                    <a:bodyPr/>
                    <a:lstStyle/>
                    <a:p>
                      <a:pPr algn="ctr"/>
                      <a:endParaRPr lang="en-CA" dirty="0"/>
                    </a:p>
                  </a:txBody>
                  <a:tcPr anchor="ctr">
                    <a:noFill/>
                  </a:tcPr>
                </a:tc>
              </a:tr>
              <a:tr h="347300">
                <a:tc gridSpan="2">
                  <a:txBody>
                    <a:bodyPr/>
                    <a:lstStyle/>
                    <a:p>
                      <a:pPr algn="ctr"/>
                      <a:r>
                        <a:rPr lang="en-CA" dirty="0" smtClean="0"/>
                        <a:t>MySQL</a:t>
                      </a:r>
                      <a:endParaRPr lang="en-CA" dirty="0"/>
                    </a:p>
                  </a:txBody>
                  <a:tcPr anchor="ctr"/>
                </a:tc>
                <a:tc hMerge="1">
                  <a:txBody>
                    <a:bodyPr/>
                    <a:lstStyle/>
                    <a:p>
                      <a:endParaRPr lang="en-CA"/>
                    </a:p>
                  </a:txBody>
                  <a:tcPr/>
                </a:tc>
                <a:tc>
                  <a:txBody>
                    <a:bodyPr/>
                    <a:lstStyle/>
                    <a:p>
                      <a:pPr algn="ctr"/>
                      <a:r>
                        <a:rPr lang="en-CA" dirty="0" smtClean="0"/>
                        <a:t>272</a:t>
                      </a:r>
                      <a:endParaRPr lang="en-CA" dirty="0"/>
                    </a:p>
                  </a:txBody>
                  <a:tcPr anchor="ctr"/>
                </a:tc>
                <a:tc>
                  <a:txBody>
                    <a:bodyPr/>
                    <a:lstStyle/>
                    <a:p>
                      <a:pPr algn="ctr"/>
                      <a:r>
                        <a:rPr lang="en-CA" dirty="0" smtClean="0"/>
                        <a:t>3312</a:t>
                      </a:r>
                      <a:endParaRPr lang="en-CA" dirty="0"/>
                    </a:p>
                  </a:txBody>
                  <a:tcPr anchor="ctr"/>
                </a:tc>
                <a:tc>
                  <a:txBody>
                    <a:bodyPr/>
                    <a:lstStyle/>
                    <a:p>
                      <a:pPr algn="ctr"/>
                      <a:r>
                        <a:rPr lang="en-CA" dirty="0" smtClean="0"/>
                        <a:t>3584</a:t>
                      </a:r>
                      <a:endParaRPr lang="en-CA" dirty="0"/>
                    </a:p>
                  </a:txBody>
                  <a:tcPr anchor="ctr"/>
                </a:tc>
                <a:tc>
                  <a:txBody>
                    <a:bodyPr/>
                    <a:lstStyle/>
                    <a:p>
                      <a:pPr algn="ctr"/>
                      <a:r>
                        <a:rPr lang="en-CA" dirty="0" smtClean="0"/>
                        <a:t>0.4%</a:t>
                      </a:r>
                      <a:endParaRPr lang="en-CA" dirty="0"/>
                    </a:p>
                  </a:txBody>
                  <a:tcPr anchor="ctr"/>
                </a:tc>
              </a:tr>
            </a:tbl>
          </a:graphicData>
        </a:graphic>
      </p:graphicFrame>
      <p:grpSp>
        <p:nvGrpSpPr>
          <p:cNvPr id="4" name="Group 3"/>
          <p:cNvGrpSpPr/>
          <p:nvPr/>
        </p:nvGrpSpPr>
        <p:grpSpPr>
          <a:xfrm>
            <a:off x="5257800" y="3429000"/>
            <a:ext cx="2286000" cy="461665"/>
            <a:chOff x="5257800" y="3429000"/>
            <a:chExt cx="2286000" cy="461665"/>
          </a:xfrm>
        </p:grpSpPr>
        <p:sp>
          <p:nvSpPr>
            <p:cNvPr id="3" name="TextBox 2"/>
            <p:cNvSpPr txBox="1"/>
            <p:nvPr/>
          </p:nvSpPr>
          <p:spPr>
            <a:xfrm>
              <a:off x="5257800" y="3429000"/>
              <a:ext cx="381000" cy="457200"/>
            </a:xfrm>
            <a:prstGeom prst="rect">
              <a:avLst/>
            </a:prstGeom>
            <a:noFill/>
          </p:spPr>
          <p:txBody>
            <a:bodyPr wrap="square" rtlCol="0">
              <a:spAutoFit/>
            </a:bodyPr>
            <a:lstStyle/>
            <a:p>
              <a:r>
                <a:rPr lang="en-CA" sz="2400" b="1" dirty="0" smtClean="0">
                  <a:latin typeface="Trebuchet MS" panose="020B0603020202020204" pitchFamily="34" charset="0"/>
                  <a:ea typeface="微软雅黑" pitchFamily="34" charset="-122"/>
                </a:rPr>
                <a:t>+</a:t>
              </a:r>
            </a:p>
          </p:txBody>
        </p:sp>
        <p:sp>
          <p:nvSpPr>
            <p:cNvPr id="6" name="TextBox 5"/>
            <p:cNvSpPr txBox="1"/>
            <p:nvPr/>
          </p:nvSpPr>
          <p:spPr>
            <a:xfrm>
              <a:off x="7086600" y="3429000"/>
              <a:ext cx="457200" cy="461665"/>
            </a:xfrm>
            <a:prstGeom prst="rect">
              <a:avLst/>
            </a:prstGeom>
            <a:noFill/>
          </p:spPr>
          <p:txBody>
            <a:bodyPr wrap="square" rtlCol="0">
              <a:spAutoFit/>
            </a:bodyPr>
            <a:lstStyle/>
            <a:p>
              <a:r>
                <a:rPr lang="en-CA" sz="2400" b="1" dirty="0" smtClean="0">
                  <a:latin typeface="Trebuchet MS" panose="020B0603020202020204" pitchFamily="34" charset="0"/>
                  <a:ea typeface="微软雅黑" pitchFamily="34" charset="-122"/>
                </a:rPr>
                <a:t>=</a:t>
              </a:r>
            </a:p>
          </p:txBody>
        </p:sp>
      </p:grpSp>
      <p:grpSp>
        <p:nvGrpSpPr>
          <p:cNvPr id="14" name="Group 13"/>
          <p:cNvGrpSpPr/>
          <p:nvPr/>
        </p:nvGrpSpPr>
        <p:grpSpPr>
          <a:xfrm>
            <a:off x="5257800" y="3855344"/>
            <a:ext cx="2286000" cy="461665"/>
            <a:chOff x="5257800" y="3429000"/>
            <a:chExt cx="2286000" cy="461665"/>
          </a:xfrm>
        </p:grpSpPr>
        <p:sp>
          <p:nvSpPr>
            <p:cNvPr id="15" name="TextBox 14"/>
            <p:cNvSpPr txBox="1"/>
            <p:nvPr/>
          </p:nvSpPr>
          <p:spPr>
            <a:xfrm>
              <a:off x="5257800" y="3429000"/>
              <a:ext cx="381000" cy="457200"/>
            </a:xfrm>
            <a:prstGeom prst="rect">
              <a:avLst/>
            </a:prstGeom>
            <a:noFill/>
          </p:spPr>
          <p:txBody>
            <a:bodyPr wrap="square" rtlCol="0">
              <a:spAutoFit/>
            </a:bodyPr>
            <a:lstStyle/>
            <a:p>
              <a:r>
                <a:rPr lang="en-CA" sz="2400" b="1" dirty="0" smtClean="0">
                  <a:latin typeface="Trebuchet MS" panose="020B0603020202020204" pitchFamily="34" charset="0"/>
                  <a:ea typeface="微软雅黑" pitchFamily="34" charset="-122"/>
                </a:rPr>
                <a:t>+</a:t>
              </a:r>
            </a:p>
          </p:txBody>
        </p:sp>
        <p:sp>
          <p:nvSpPr>
            <p:cNvPr id="16" name="TextBox 15"/>
            <p:cNvSpPr txBox="1"/>
            <p:nvPr/>
          </p:nvSpPr>
          <p:spPr>
            <a:xfrm>
              <a:off x="7086600" y="3429000"/>
              <a:ext cx="457200" cy="461665"/>
            </a:xfrm>
            <a:prstGeom prst="rect">
              <a:avLst/>
            </a:prstGeom>
            <a:noFill/>
          </p:spPr>
          <p:txBody>
            <a:bodyPr wrap="square" rtlCol="0">
              <a:spAutoFit/>
            </a:bodyPr>
            <a:lstStyle/>
            <a:p>
              <a:r>
                <a:rPr lang="en-CA" sz="2400" b="1" dirty="0" smtClean="0">
                  <a:latin typeface="Trebuchet MS" panose="020B0603020202020204" pitchFamily="34" charset="0"/>
                  <a:ea typeface="微软雅黑" pitchFamily="34" charset="-122"/>
                </a:rPr>
                <a:t>=</a:t>
              </a:r>
            </a:p>
          </p:txBody>
        </p:sp>
      </p:grpSp>
      <p:grpSp>
        <p:nvGrpSpPr>
          <p:cNvPr id="17" name="Group 16"/>
          <p:cNvGrpSpPr/>
          <p:nvPr/>
        </p:nvGrpSpPr>
        <p:grpSpPr>
          <a:xfrm>
            <a:off x="5257800" y="4267199"/>
            <a:ext cx="2286000" cy="461665"/>
            <a:chOff x="5257800" y="3429000"/>
            <a:chExt cx="2286000" cy="461665"/>
          </a:xfrm>
        </p:grpSpPr>
        <p:sp>
          <p:nvSpPr>
            <p:cNvPr id="18" name="TextBox 17"/>
            <p:cNvSpPr txBox="1"/>
            <p:nvPr/>
          </p:nvSpPr>
          <p:spPr>
            <a:xfrm>
              <a:off x="5257800" y="3429000"/>
              <a:ext cx="381000" cy="457200"/>
            </a:xfrm>
            <a:prstGeom prst="rect">
              <a:avLst/>
            </a:prstGeom>
            <a:noFill/>
          </p:spPr>
          <p:txBody>
            <a:bodyPr wrap="square" rtlCol="0">
              <a:spAutoFit/>
            </a:bodyPr>
            <a:lstStyle/>
            <a:p>
              <a:r>
                <a:rPr lang="en-CA" sz="2400" b="1" dirty="0" smtClean="0">
                  <a:latin typeface="Trebuchet MS" panose="020B0603020202020204" pitchFamily="34" charset="0"/>
                  <a:ea typeface="微软雅黑" pitchFamily="34" charset="-122"/>
                </a:rPr>
                <a:t>+</a:t>
              </a:r>
            </a:p>
          </p:txBody>
        </p:sp>
        <p:sp>
          <p:nvSpPr>
            <p:cNvPr id="19" name="TextBox 18"/>
            <p:cNvSpPr txBox="1"/>
            <p:nvPr/>
          </p:nvSpPr>
          <p:spPr>
            <a:xfrm>
              <a:off x="7086600" y="3429000"/>
              <a:ext cx="457200" cy="461665"/>
            </a:xfrm>
            <a:prstGeom prst="rect">
              <a:avLst/>
            </a:prstGeom>
            <a:noFill/>
          </p:spPr>
          <p:txBody>
            <a:bodyPr wrap="square" rtlCol="0">
              <a:spAutoFit/>
            </a:bodyPr>
            <a:lstStyle/>
            <a:p>
              <a:r>
                <a:rPr lang="en-CA" sz="2400" b="1" dirty="0" smtClean="0">
                  <a:latin typeface="Trebuchet MS" panose="020B0603020202020204" pitchFamily="34" charset="0"/>
                  <a:ea typeface="微软雅黑" pitchFamily="34" charset="-122"/>
                </a:rPr>
                <a:t>=</a:t>
              </a:r>
            </a:p>
          </p:txBody>
        </p:sp>
      </p:grpSp>
      <p:grpSp>
        <p:nvGrpSpPr>
          <p:cNvPr id="20" name="Group 19"/>
          <p:cNvGrpSpPr/>
          <p:nvPr/>
        </p:nvGrpSpPr>
        <p:grpSpPr>
          <a:xfrm>
            <a:off x="5259977" y="4645967"/>
            <a:ext cx="2286000" cy="461665"/>
            <a:chOff x="5257800" y="3429000"/>
            <a:chExt cx="2286000" cy="461665"/>
          </a:xfrm>
        </p:grpSpPr>
        <p:sp>
          <p:nvSpPr>
            <p:cNvPr id="22" name="TextBox 21"/>
            <p:cNvSpPr txBox="1"/>
            <p:nvPr/>
          </p:nvSpPr>
          <p:spPr>
            <a:xfrm>
              <a:off x="5257800" y="3429000"/>
              <a:ext cx="381000" cy="457200"/>
            </a:xfrm>
            <a:prstGeom prst="rect">
              <a:avLst/>
            </a:prstGeom>
            <a:noFill/>
          </p:spPr>
          <p:txBody>
            <a:bodyPr wrap="square" rtlCol="0">
              <a:spAutoFit/>
            </a:bodyPr>
            <a:lstStyle/>
            <a:p>
              <a:r>
                <a:rPr lang="en-CA" sz="2400" b="1" dirty="0" smtClean="0">
                  <a:latin typeface="Trebuchet MS" panose="020B0603020202020204" pitchFamily="34" charset="0"/>
                  <a:ea typeface="微软雅黑" pitchFamily="34" charset="-122"/>
                </a:rPr>
                <a:t>+</a:t>
              </a:r>
            </a:p>
          </p:txBody>
        </p:sp>
        <p:sp>
          <p:nvSpPr>
            <p:cNvPr id="23" name="TextBox 22"/>
            <p:cNvSpPr txBox="1"/>
            <p:nvPr/>
          </p:nvSpPr>
          <p:spPr>
            <a:xfrm>
              <a:off x="7086600" y="3429000"/>
              <a:ext cx="457200" cy="461665"/>
            </a:xfrm>
            <a:prstGeom prst="rect">
              <a:avLst/>
            </a:prstGeom>
            <a:noFill/>
          </p:spPr>
          <p:txBody>
            <a:bodyPr wrap="square" rtlCol="0">
              <a:spAutoFit/>
            </a:bodyPr>
            <a:lstStyle/>
            <a:p>
              <a:r>
                <a:rPr lang="en-CA" sz="2400" b="1" dirty="0" smtClean="0">
                  <a:latin typeface="Trebuchet MS" panose="020B0603020202020204" pitchFamily="34" charset="0"/>
                  <a:ea typeface="微软雅黑" pitchFamily="34" charset="-122"/>
                </a:rPr>
                <a:t>=</a:t>
              </a:r>
            </a:p>
          </p:txBody>
        </p:sp>
      </p:grpSp>
    </p:spTree>
    <p:extLst>
      <p:ext uri="{BB962C8B-B14F-4D97-AF65-F5344CB8AC3E}">
        <p14:creationId xmlns:p14="http://schemas.microsoft.com/office/powerpoint/2010/main" val="8315449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other opportunities do we miss?</a:t>
            </a:r>
            <a:endParaRPr lang="en-US" dirty="0"/>
          </a:p>
        </p:txBody>
      </p:sp>
      <p:sp>
        <p:nvSpPr>
          <p:cNvPr id="4" name="TextBox 3"/>
          <p:cNvSpPr txBox="1"/>
          <p:nvPr/>
        </p:nvSpPr>
        <p:spPr>
          <a:xfrm>
            <a:off x="676273" y="1553583"/>
            <a:ext cx="2514600" cy="3416320"/>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CA" sz="1200">
                <a:solidFill>
                  <a:srgbClr val="569CD6"/>
                </a:solidFill>
                <a:latin typeface="Consolas" panose="020B0609020204030204" pitchFamily="49" charset="0"/>
              </a:rPr>
              <a:t>class</a:t>
            </a:r>
            <a:r>
              <a:rPr lang="en-CA" sz="1200">
                <a:solidFill>
                  <a:srgbClr val="CCCCCC"/>
                </a:solidFill>
                <a:latin typeface="Consolas" panose="020B0609020204030204" pitchFamily="49" charset="0"/>
              </a:rPr>
              <a:t> </a:t>
            </a:r>
            <a:r>
              <a:rPr lang="en-CA" sz="1200">
                <a:solidFill>
                  <a:srgbClr val="4EC9B0"/>
                </a:solidFill>
                <a:latin typeface="Consolas" panose="020B0609020204030204" pitchFamily="49" charset="0"/>
              </a:rPr>
              <a:t>A</a:t>
            </a:r>
            <a:r>
              <a:rPr lang="en-CA" sz="1200">
                <a:solidFill>
                  <a:srgbClr val="CCCCCC"/>
                </a:solidFill>
                <a:latin typeface="Consolas" panose="020B0609020204030204" pitchFamily="49" charset="0"/>
              </a:rPr>
              <a:t> {</a:t>
            </a:r>
          </a:p>
          <a:p>
            <a:r>
              <a:rPr lang="en-CA" sz="1200">
                <a:solidFill>
                  <a:srgbClr val="569CD6"/>
                </a:solidFill>
                <a:latin typeface="Consolas" panose="020B0609020204030204" pitchFamily="49" charset="0"/>
              </a:rPr>
              <a:t>public:</a:t>
            </a:r>
            <a:endParaRPr lang="en-CA" sz="1200">
              <a:solidFill>
                <a:srgbClr val="CCCCCC"/>
              </a:solidFill>
              <a:latin typeface="Consolas" panose="020B0609020204030204" pitchFamily="49" charset="0"/>
            </a:endParaRPr>
          </a:p>
          <a:p>
            <a:r>
              <a:rPr lang="en-CA" sz="1200">
                <a:solidFill>
                  <a:srgbClr val="CCCCCC"/>
                </a:solidFill>
                <a:latin typeface="Consolas" panose="020B0609020204030204" pitchFamily="49" charset="0"/>
              </a:rPr>
              <a:t>  </a:t>
            </a:r>
            <a:r>
              <a:rPr lang="en-CA" sz="1200">
                <a:solidFill>
                  <a:srgbClr val="569CD6"/>
                </a:solidFill>
                <a:latin typeface="Consolas" panose="020B0609020204030204" pitchFamily="49" charset="0"/>
              </a:rPr>
              <a:t>virtual</a:t>
            </a:r>
            <a:r>
              <a:rPr lang="en-CA" sz="1200">
                <a:solidFill>
                  <a:srgbClr val="CCCCCC"/>
                </a:solidFill>
                <a:latin typeface="Consolas" panose="020B0609020204030204" pitchFamily="49" charset="0"/>
              </a:rPr>
              <a:t> </a:t>
            </a:r>
            <a:r>
              <a:rPr lang="en-CA" sz="1200">
                <a:solidFill>
                  <a:srgbClr val="569CD6"/>
                </a:solidFill>
                <a:latin typeface="Consolas" panose="020B0609020204030204" pitchFamily="49" charset="0"/>
              </a:rPr>
              <a:t>void</a:t>
            </a:r>
            <a:r>
              <a:rPr lang="en-CA" sz="1200">
                <a:solidFill>
                  <a:srgbClr val="CCCCCC"/>
                </a:solidFill>
                <a:latin typeface="Consolas" panose="020B0609020204030204" pitchFamily="49" charset="0"/>
              </a:rPr>
              <a:t> </a:t>
            </a:r>
            <a:r>
              <a:rPr lang="en-CA" sz="1200">
                <a:solidFill>
                  <a:srgbClr val="DCDCAA"/>
                </a:solidFill>
                <a:latin typeface="Consolas" panose="020B0609020204030204" pitchFamily="49" charset="0"/>
              </a:rPr>
              <a:t>foo</a:t>
            </a:r>
            <a:r>
              <a:rPr lang="en-CA" sz="1200">
                <a:solidFill>
                  <a:srgbClr val="CCCCCC"/>
                </a:solidFill>
                <a:latin typeface="Consolas" panose="020B0609020204030204" pitchFamily="49" charset="0"/>
              </a:rPr>
              <a:t>() {}</a:t>
            </a:r>
          </a:p>
          <a:p>
            <a:r>
              <a:rPr lang="en-CA" sz="1200">
                <a:solidFill>
                  <a:srgbClr val="CCCCCC"/>
                </a:solidFill>
                <a:latin typeface="Consolas" panose="020B0609020204030204" pitchFamily="49" charset="0"/>
              </a:rPr>
              <a:t>};</a:t>
            </a:r>
          </a:p>
          <a:p>
            <a:r>
              <a:rPr lang="en-CA" sz="1200">
                <a:solidFill>
                  <a:srgbClr val="CCCCCC"/>
                </a:solidFill>
                <a:latin typeface="Consolas" panose="020B0609020204030204" pitchFamily="49" charset="0"/>
              </a:rPr>
              <a:t/>
            </a:r>
            <a:br>
              <a:rPr lang="en-CA" sz="1200">
                <a:solidFill>
                  <a:srgbClr val="CCCCCC"/>
                </a:solidFill>
                <a:latin typeface="Consolas" panose="020B0609020204030204" pitchFamily="49" charset="0"/>
              </a:rPr>
            </a:br>
            <a:r>
              <a:rPr lang="en-CA" sz="1200">
                <a:solidFill>
                  <a:srgbClr val="569CD6"/>
                </a:solidFill>
                <a:latin typeface="Consolas" panose="020B0609020204030204" pitchFamily="49" charset="0"/>
              </a:rPr>
              <a:t>class</a:t>
            </a:r>
            <a:r>
              <a:rPr lang="en-CA" sz="1200">
                <a:solidFill>
                  <a:srgbClr val="CCCCCC"/>
                </a:solidFill>
                <a:latin typeface="Consolas" panose="020B0609020204030204" pitchFamily="49" charset="0"/>
              </a:rPr>
              <a:t> </a:t>
            </a:r>
            <a:r>
              <a:rPr lang="en-CA" sz="1200">
                <a:solidFill>
                  <a:srgbClr val="4EC9B0"/>
                </a:solidFill>
                <a:latin typeface="Consolas" panose="020B0609020204030204" pitchFamily="49" charset="0"/>
              </a:rPr>
              <a:t>B</a:t>
            </a:r>
            <a:r>
              <a:rPr lang="en-CA" sz="1200">
                <a:solidFill>
                  <a:srgbClr val="CCCCCC"/>
                </a:solidFill>
                <a:latin typeface="Consolas" panose="020B0609020204030204" pitchFamily="49" charset="0"/>
              </a:rPr>
              <a:t> : </a:t>
            </a:r>
            <a:r>
              <a:rPr lang="en-CA" sz="1200">
                <a:solidFill>
                  <a:srgbClr val="569CD6"/>
                </a:solidFill>
                <a:latin typeface="Consolas" panose="020B0609020204030204" pitchFamily="49" charset="0"/>
              </a:rPr>
              <a:t>public</a:t>
            </a:r>
            <a:r>
              <a:rPr lang="en-CA" sz="1200">
                <a:solidFill>
                  <a:srgbClr val="CCCCCC"/>
                </a:solidFill>
                <a:latin typeface="Consolas" panose="020B0609020204030204" pitchFamily="49" charset="0"/>
              </a:rPr>
              <a:t> </a:t>
            </a:r>
            <a:r>
              <a:rPr lang="en-CA" sz="1200">
                <a:solidFill>
                  <a:srgbClr val="4EC9B0"/>
                </a:solidFill>
                <a:latin typeface="Consolas" panose="020B0609020204030204" pitchFamily="49" charset="0"/>
              </a:rPr>
              <a:t>A</a:t>
            </a:r>
            <a:r>
              <a:rPr lang="en-CA" sz="1200">
                <a:solidFill>
                  <a:srgbClr val="CCCCCC"/>
                </a:solidFill>
                <a:latin typeface="Consolas" panose="020B0609020204030204" pitchFamily="49" charset="0"/>
              </a:rPr>
              <a:t> {</a:t>
            </a:r>
          </a:p>
          <a:p>
            <a:r>
              <a:rPr lang="en-CA" sz="1200">
                <a:solidFill>
                  <a:srgbClr val="569CD6"/>
                </a:solidFill>
                <a:latin typeface="Consolas" panose="020B0609020204030204" pitchFamily="49" charset="0"/>
              </a:rPr>
              <a:t>public:</a:t>
            </a:r>
            <a:endParaRPr lang="en-CA" sz="1200">
              <a:solidFill>
                <a:srgbClr val="CCCCCC"/>
              </a:solidFill>
              <a:latin typeface="Consolas" panose="020B0609020204030204" pitchFamily="49" charset="0"/>
            </a:endParaRPr>
          </a:p>
          <a:p>
            <a:r>
              <a:rPr lang="en-CA" sz="1200">
                <a:solidFill>
                  <a:srgbClr val="CCCCCC"/>
                </a:solidFill>
                <a:latin typeface="Consolas" panose="020B0609020204030204" pitchFamily="49" charset="0"/>
              </a:rPr>
              <a:t>  </a:t>
            </a:r>
            <a:r>
              <a:rPr lang="en-CA" sz="1200">
                <a:solidFill>
                  <a:srgbClr val="569CD6"/>
                </a:solidFill>
                <a:latin typeface="Consolas" panose="020B0609020204030204" pitchFamily="49" charset="0"/>
              </a:rPr>
              <a:t>void</a:t>
            </a:r>
            <a:r>
              <a:rPr lang="en-CA" sz="1200">
                <a:solidFill>
                  <a:srgbClr val="CCCCCC"/>
                </a:solidFill>
                <a:latin typeface="Consolas" panose="020B0609020204030204" pitchFamily="49" charset="0"/>
              </a:rPr>
              <a:t> </a:t>
            </a:r>
            <a:r>
              <a:rPr lang="en-CA" sz="1200">
                <a:solidFill>
                  <a:srgbClr val="DCDCAA"/>
                </a:solidFill>
                <a:latin typeface="Consolas" panose="020B0609020204030204" pitchFamily="49" charset="0"/>
              </a:rPr>
              <a:t>foo</a:t>
            </a:r>
            <a:r>
              <a:rPr lang="en-CA" sz="1200">
                <a:solidFill>
                  <a:srgbClr val="CCCCCC"/>
                </a:solidFill>
                <a:latin typeface="Consolas" panose="020B0609020204030204" pitchFamily="49" charset="0"/>
              </a:rPr>
              <a:t>() {}</a:t>
            </a:r>
          </a:p>
          <a:p>
            <a:r>
              <a:rPr lang="en-CA" sz="1200">
                <a:solidFill>
                  <a:srgbClr val="CCCCCC"/>
                </a:solidFill>
                <a:latin typeface="Consolas" panose="020B0609020204030204" pitchFamily="49" charset="0"/>
              </a:rPr>
              <a:t>};</a:t>
            </a:r>
          </a:p>
          <a:p>
            <a:r>
              <a:rPr lang="en-CA" sz="1200">
                <a:solidFill>
                  <a:srgbClr val="CCCCCC"/>
                </a:solidFill>
                <a:latin typeface="Consolas" panose="020B0609020204030204" pitchFamily="49" charset="0"/>
              </a:rPr>
              <a:t/>
            </a:r>
            <a:br>
              <a:rPr lang="en-CA" sz="1200">
                <a:solidFill>
                  <a:srgbClr val="CCCCCC"/>
                </a:solidFill>
                <a:latin typeface="Consolas" panose="020B0609020204030204" pitchFamily="49" charset="0"/>
              </a:rPr>
            </a:br>
            <a:r>
              <a:rPr lang="en-CA" sz="1200">
                <a:solidFill>
                  <a:srgbClr val="569CD6"/>
                </a:solidFill>
                <a:latin typeface="Consolas" panose="020B0609020204030204" pitchFamily="49" charset="0"/>
              </a:rPr>
              <a:t>class</a:t>
            </a:r>
            <a:r>
              <a:rPr lang="en-CA" sz="1200">
                <a:solidFill>
                  <a:srgbClr val="CCCCCC"/>
                </a:solidFill>
                <a:latin typeface="Consolas" panose="020B0609020204030204" pitchFamily="49" charset="0"/>
              </a:rPr>
              <a:t> </a:t>
            </a:r>
            <a:r>
              <a:rPr lang="en-CA" sz="1200">
                <a:solidFill>
                  <a:srgbClr val="4EC9B0"/>
                </a:solidFill>
                <a:latin typeface="Consolas" panose="020B0609020204030204" pitchFamily="49" charset="0"/>
              </a:rPr>
              <a:t>C</a:t>
            </a:r>
            <a:r>
              <a:rPr lang="en-CA" sz="1200">
                <a:solidFill>
                  <a:srgbClr val="CCCCCC"/>
                </a:solidFill>
                <a:latin typeface="Consolas" panose="020B0609020204030204" pitchFamily="49" charset="0"/>
              </a:rPr>
              <a:t> : </a:t>
            </a:r>
            <a:r>
              <a:rPr lang="en-CA" sz="1200">
                <a:solidFill>
                  <a:srgbClr val="569CD6"/>
                </a:solidFill>
                <a:latin typeface="Consolas" panose="020B0609020204030204" pitchFamily="49" charset="0"/>
              </a:rPr>
              <a:t>public</a:t>
            </a:r>
            <a:r>
              <a:rPr lang="en-CA" sz="1200">
                <a:solidFill>
                  <a:srgbClr val="CCCCCC"/>
                </a:solidFill>
                <a:latin typeface="Consolas" panose="020B0609020204030204" pitchFamily="49" charset="0"/>
              </a:rPr>
              <a:t> </a:t>
            </a:r>
            <a:r>
              <a:rPr lang="en-CA" sz="1200">
                <a:solidFill>
                  <a:srgbClr val="4EC9B0"/>
                </a:solidFill>
                <a:latin typeface="Consolas" panose="020B0609020204030204" pitchFamily="49" charset="0"/>
              </a:rPr>
              <a:t>A</a:t>
            </a:r>
            <a:r>
              <a:rPr lang="en-CA" sz="1200">
                <a:solidFill>
                  <a:srgbClr val="CCCCCC"/>
                </a:solidFill>
                <a:latin typeface="Consolas" panose="020B0609020204030204" pitchFamily="49" charset="0"/>
              </a:rPr>
              <a:t> {};</a:t>
            </a:r>
          </a:p>
          <a:p>
            <a:r>
              <a:rPr lang="en-CA" sz="1200">
                <a:solidFill>
                  <a:srgbClr val="CCCCCC"/>
                </a:solidFill>
                <a:latin typeface="Consolas" panose="020B0609020204030204" pitchFamily="49" charset="0"/>
              </a:rPr>
              <a:t/>
            </a:r>
            <a:br>
              <a:rPr lang="en-CA" sz="1200">
                <a:solidFill>
                  <a:srgbClr val="CCCCCC"/>
                </a:solidFill>
                <a:latin typeface="Consolas" panose="020B0609020204030204" pitchFamily="49" charset="0"/>
              </a:rPr>
            </a:br>
            <a:r>
              <a:rPr lang="en-CA" sz="1200">
                <a:solidFill>
                  <a:srgbClr val="569CD6"/>
                </a:solidFill>
                <a:latin typeface="Consolas" panose="020B0609020204030204" pitchFamily="49" charset="0"/>
              </a:rPr>
              <a:t>void</a:t>
            </a:r>
            <a:r>
              <a:rPr lang="en-CA" sz="1200">
                <a:solidFill>
                  <a:srgbClr val="CCCCCC"/>
                </a:solidFill>
                <a:latin typeface="Consolas" panose="020B0609020204030204" pitchFamily="49" charset="0"/>
              </a:rPr>
              <a:t> </a:t>
            </a:r>
            <a:r>
              <a:rPr lang="en-CA" sz="1200">
                <a:solidFill>
                  <a:srgbClr val="DCDCAA"/>
                </a:solidFill>
                <a:latin typeface="Consolas" panose="020B0609020204030204" pitchFamily="49" charset="0"/>
              </a:rPr>
              <a:t>bar</a:t>
            </a:r>
            <a:r>
              <a:rPr lang="en-CA" sz="1200">
                <a:solidFill>
                  <a:srgbClr val="CCCCCC"/>
                </a:solidFill>
                <a:latin typeface="Consolas" panose="020B0609020204030204" pitchFamily="49" charset="0"/>
              </a:rPr>
              <a:t>(</a:t>
            </a:r>
            <a:r>
              <a:rPr lang="en-CA" sz="1200">
                <a:solidFill>
                  <a:srgbClr val="4EC9B0"/>
                </a:solidFill>
                <a:latin typeface="Consolas" panose="020B0609020204030204" pitchFamily="49" charset="0"/>
              </a:rPr>
              <a:t>A</a:t>
            </a:r>
            <a:r>
              <a:rPr lang="en-CA" sz="1200">
                <a:solidFill>
                  <a:srgbClr val="CCCCCC"/>
                </a:solidFill>
                <a:latin typeface="Consolas" panose="020B0609020204030204" pitchFamily="49" charset="0"/>
              </a:rPr>
              <a:t> </a:t>
            </a:r>
            <a:r>
              <a:rPr lang="en-CA" sz="1200">
                <a:solidFill>
                  <a:srgbClr val="569CD6"/>
                </a:solidFill>
                <a:latin typeface="Consolas" panose="020B0609020204030204" pitchFamily="49" charset="0"/>
              </a:rPr>
              <a:t>*</a:t>
            </a:r>
            <a:r>
              <a:rPr lang="en-CA" sz="1200">
                <a:solidFill>
                  <a:srgbClr val="9CDCFE"/>
                </a:solidFill>
                <a:latin typeface="Consolas" panose="020B0609020204030204" pitchFamily="49" charset="0"/>
              </a:rPr>
              <a:t>a</a:t>
            </a:r>
            <a:r>
              <a:rPr lang="en-CA" sz="1200">
                <a:solidFill>
                  <a:srgbClr val="CCCCCC"/>
                </a:solidFill>
                <a:latin typeface="Consolas" panose="020B0609020204030204" pitchFamily="49" charset="0"/>
              </a:rPr>
              <a:t>, </a:t>
            </a:r>
            <a:r>
              <a:rPr lang="en-CA" sz="1200">
                <a:solidFill>
                  <a:srgbClr val="4EC9B0"/>
                </a:solidFill>
                <a:latin typeface="Consolas" panose="020B0609020204030204" pitchFamily="49" charset="0"/>
              </a:rPr>
              <a:t>B</a:t>
            </a:r>
            <a:r>
              <a:rPr lang="en-CA" sz="1200">
                <a:solidFill>
                  <a:srgbClr val="CCCCCC"/>
                </a:solidFill>
                <a:latin typeface="Consolas" panose="020B0609020204030204" pitchFamily="49" charset="0"/>
              </a:rPr>
              <a:t> </a:t>
            </a:r>
            <a:r>
              <a:rPr lang="en-CA" sz="1200">
                <a:solidFill>
                  <a:srgbClr val="569CD6"/>
                </a:solidFill>
                <a:latin typeface="Consolas" panose="020B0609020204030204" pitchFamily="49" charset="0"/>
              </a:rPr>
              <a:t>*</a:t>
            </a:r>
            <a:r>
              <a:rPr lang="en-CA" sz="1200">
                <a:solidFill>
                  <a:srgbClr val="9CDCFE"/>
                </a:solidFill>
                <a:latin typeface="Consolas" panose="020B0609020204030204" pitchFamily="49" charset="0"/>
              </a:rPr>
              <a:t>b</a:t>
            </a:r>
            <a:r>
              <a:rPr lang="en-CA" sz="1200">
                <a:solidFill>
                  <a:srgbClr val="CCCCCC"/>
                </a:solidFill>
                <a:latin typeface="Consolas" panose="020B0609020204030204" pitchFamily="49" charset="0"/>
              </a:rPr>
              <a:t>, </a:t>
            </a:r>
            <a:r>
              <a:rPr lang="en-CA" sz="1200">
                <a:solidFill>
                  <a:srgbClr val="4EC9B0"/>
                </a:solidFill>
                <a:latin typeface="Consolas" panose="020B0609020204030204" pitchFamily="49" charset="0"/>
              </a:rPr>
              <a:t>C</a:t>
            </a:r>
            <a:r>
              <a:rPr lang="en-CA" sz="1200">
                <a:solidFill>
                  <a:srgbClr val="CCCCCC"/>
                </a:solidFill>
                <a:latin typeface="Consolas" panose="020B0609020204030204" pitchFamily="49" charset="0"/>
              </a:rPr>
              <a:t> </a:t>
            </a:r>
            <a:r>
              <a:rPr lang="en-CA" sz="1200">
                <a:solidFill>
                  <a:srgbClr val="569CD6"/>
                </a:solidFill>
                <a:latin typeface="Consolas" panose="020B0609020204030204" pitchFamily="49" charset="0"/>
              </a:rPr>
              <a:t>*</a:t>
            </a:r>
            <a:r>
              <a:rPr lang="en-CA" sz="1200">
                <a:solidFill>
                  <a:srgbClr val="9CDCFE"/>
                </a:solidFill>
                <a:latin typeface="Consolas" panose="020B0609020204030204" pitchFamily="49" charset="0"/>
              </a:rPr>
              <a:t>c</a:t>
            </a:r>
            <a:r>
              <a:rPr lang="en-CA" sz="1200">
                <a:solidFill>
                  <a:srgbClr val="CCCCCC"/>
                </a:solidFill>
                <a:latin typeface="Consolas" panose="020B0609020204030204" pitchFamily="49" charset="0"/>
              </a:rPr>
              <a:t>) {</a:t>
            </a:r>
          </a:p>
          <a:p>
            <a:r>
              <a:rPr lang="en-CA" sz="1200">
                <a:solidFill>
                  <a:srgbClr val="CCCCCC"/>
                </a:solidFill>
                <a:latin typeface="Consolas" panose="020B0609020204030204" pitchFamily="49" charset="0"/>
              </a:rPr>
              <a:t>  </a:t>
            </a:r>
            <a:r>
              <a:rPr lang="en-CA" sz="1200">
                <a:solidFill>
                  <a:srgbClr val="9CDCFE"/>
                </a:solidFill>
                <a:latin typeface="Consolas" panose="020B0609020204030204" pitchFamily="49" charset="0"/>
              </a:rPr>
              <a:t>a</a:t>
            </a:r>
            <a:r>
              <a:rPr lang="en-CA" sz="1200">
                <a:solidFill>
                  <a:srgbClr val="CCCCCC"/>
                </a:solidFill>
                <a:latin typeface="Consolas" panose="020B0609020204030204" pitchFamily="49" charset="0"/>
              </a:rPr>
              <a:t>-&gt;</a:t>
            </a:r>
            <a:r>
              <a:rPr lang="en-CA" sz="1200">
                <a:solidFill>
                  <a:srgbClr val="DCDCAA"/>
                </a:solidFill>
                <a:latin typeface="Consolas" panose="020B0609020204030204" pitchFamily="49" charset="0"/>
              </a:rPr>
              <a:t>foo</a:t>
            </a:r>
            <a:r>
              <a:rPr lang="en-CA" sz="1200">
                <a:solidFill>
                  <a:srgbClr val="CCCCCC"/>
                </a:solidFill>
                <a:latin typeface="Consolas" panose="020B0609020204030204" pitchFamily="49" charset="0"/>
              </a:rPr>
              <a:t>();</a:t>
            </a:r>
          </a:p>
          <a:p>
            <a:r>
              <a:rPr lang="en-CA" sz="1200">
                <a:solidFill>
                  <a:srgbClr val="CCCCCC"/>
                </a:solidFill>
                <a:latin typeface="Consolas" panose="020B0609020204030204" pitchFamily="49" charset="0"/>
              </a:rPr>
              <a:t>  </a:t>
            </a:r>
            <a:r>
              <a:rPr lang="en-CA" sz="1200">
                <a:solidFill>
                  <a:srgbClr val="9CDCFE"/>
                </a:solidFill>
                <a:latin typeface="Consolas" panose="020B0609020204030204" pitchFamily="49" charset="0"/>
              </a:rPr>
              <a:t>b</a:t>
            </a:r>
            <a:r>
              <a:rPr lang="en-CA" sz="1200">
                <a:solidFill>
                  <a:srgbClr val="CCCCCC"/>
                </a:solidFill>
                <a:latin typeface="Consolas" panose="020B0609020204030204" pitchFamily="49" charset="0"/>
              </a:rPr>
              <a:t>-&gt;</a:t>
            </a:r>
            <a:r>
              <a:rPr lang="en-CA" sz="1200">
                <a:solidFill>
                  <a:srgbClr val="DCDCAA"/>
                </a:solidFill>
                <a:latin typeface="Consolas" panose="020B0609020204030204" pitchFamily="49" charset="0"/>
              </a:rPr>
              <a:t>foo</a:t>
            </a:r>
            <a:r>
              <a:rPr lang="en-CA" sz="1200">
                <a:solidFill>
                  <a:srgbClr val="CCCCCC"/>
                </a:solidFill>
                <a:latin typeface="Consolas" panose="020B0609020204030204" pitchFamily="49" charset="0"/>
              </a:rPr>
              <a:t>();</a:t>
            </a:r>
          </a:p>
          <a:p>
            <a:r>
              <a:rPr lang="en-CA" sz="1200">
                <a:solidFill>
                  <a:srgbClr val="CCCCCC"/>
                </a:solidFill>
                <a:latin typeface="Consolas" panose="020B0609020204030204" pitchFamily="49" charset="0"/>
              </a:rPr>
              <a:t>  </a:t>
            </a:r>
            <a:r>
              <a:rPr lang="en-CA" sz="1200">
                <a:solidFill>
                  <a:srgbClr val="9CDCFE"/>
                </a:solidFill>
                <a:latin typeface="Consolas" panose="020B0609020204030204" pitchFamily="49" charset="0"/>
              </a:rPr>
              <a:t>c</a:t>
            </a:r>
            <a:r>
              <a:rPr lang="en-CA" sz="1200">
                <a:solidFill>
                  <a:srgbClr val="CCCCCC"/>
                </a:solidFill>
                <a:latin typeface="Consolas" panose="020B0609020204030204" pitchFamily="49" charset="0"/>
              </a:rPr>
              <a:t>-&gt;</a:t>
            </a:r>
            <a:r>
              <a:rPr lang="en-CA" sz="1200">
                <a:solidFill>
                  <a:srgbClr val="DCDCAA"/>
                </a:solidFill>
                <a:latin typeface="Consolas" panose="020B0609020204030204" pitchFamily="49" charset="0"/>
              </a:rPr>
              <a:t>foo</a:t>
            </a:r>
            <a:r>
              <a:rPr lang="en-CA" sz="1200">
                <a:solidFill>
                  <a:srgbClr val="CCCCCC"/>
                </a:solidFill>
                <a:latin typeface="Consolas" panose="020B0609020204030204" pitchFamily="49" charset="0"/>
              </a:rPr>
              <a:t>();</a:t>
            </a:r>
          </a:p>
          <a:p>
            <a:r>
              <a:rPr lang="en-CA" sz="1200">
                <a:solidFill>
                  <a:srgbClr val="CCCCCC"/>
                </a:solidFill>
                <a:latin typeface="Consolas" panose="020B0609020204030204" pitchFamily="49" charset="0"/>
              </a:rPr>
              <a:t>}</a:t>
            </a:r>
            <a:endParaRPr lang="en-CA" sz="1200" b="0">
              <a:solidFill>
                <a:srgbClr val="CCCCCC"/>
              </a:solidFill>
              <a:effectLst/>
              <a:latin typeface="Consolas" panose="020B0609020204030204" pitchFamily="49" charset="0"/>
            </a:endParaRPr>
          </a:p>
        </p:txBody>
      </p:sp>
      <p:grpSp>
        <p:nvGrpSpPr>
          <p:cNvPr id="8" name="Group 7"/>
          <p:cNvGrpSpPr/>
          <p:nvPr/>
        </p:nvGrpSpPr>
        <p:grpSpPr>
          <a:xfrm>
            <a:off x="6543738" y="1553583"/>
            <a:ext cx="3817456" cy="1605929"/>
            <a:chOff x="4778438" y="2286000"/>
            <a:chExt cx="3817456" cy="1605929"/>
          </a:xfrm>
        </p:grpSpPr>
        <p:grpSp>
          <p:nvGrpSpPr>
            <p:cNvPr id="10" name="Group 9"/>
            <p:cNvGrpSpPr/>
            <p:nvPr/>
          </p:nvGrpSpPr>
          <p:grpSpPr>
            <a:xfrm>
              <a:off x="5257800" y="2286000"/>
              <a:ext cx="3172505" cy="1600200"/>
              <a:chOff x="1765694" y="4191000"/>
              <a:chExt cx="3172505" cy="1600200"/>
            </a:xfrm>
          </p:grpSpPr>
          <p:sp>
            <p:nvSpPr>
              <p:cNvPr id="11" name="Oval 10"/>
              <p:cNvSpPr/>
              <p:nvPr/>
            </p:nvSpPr>
            <p:spPr bwMode="auto">
              <a:xfrm>
                <a:off x="2641994" y="4191000"/>
                <a:ext cx="685800" cy="685800"/>
              </a:xfrm>
              <a:prstGeom prst="ellipse">
                <a:avLst/>
              </a:prstGeom>
              <a:ln>
                <a:headEnd/>
                <a:tailEnd/>
              </a:ln>
            </p:spPr>
            <p:style>
              <a:lnRef idx="2">
                <a:schemeClr val="accent4"/>
              </a:lnRef>
              <a:fillRef idx="1">
                <a:schemeClr val="lt1"/>
              </a:fillRef>
              <a:effectRef idx="0">
                <a:schemeClr val="accent4"/>
              </a:effectRef>
              <a:fontRef idx="minor">
                <a:schemeClr val="dk1"/>
              </a:fontRef>
            </p:style>
            <p:txBody>
              <a:bodyPr wrap="none" lIns="87706" tIns="43850" rIns="87706" bIns="43850" rtlCol="0" anchor="ctr">
                <a:noAutofit/>
              </a:bodyPr>
              <a:lstStyle/>
              <a:p>
                <a:pPr algn="ctr" defTabSz="877315" eaLnBrk="0" hangingPunct="0"/>
                <a:r>
                  <a:rPr lang="en-US" sz="2800" dirty="0">
                    <a:ln w="0"/>
                    <a:solidFill>
                      <a:schemeClr val="tx1"/>
                    </a:solidFill>
                    <a:effectLst>
                      <a:outerShdw blurRad="38100" dist="19050" dir="2700000" algn="tl" rotWithShape="0">
                        <a:schemeClr val="dk1">
                          <a:alpha val="40000"/>
                        </a:schemeClr>
                      </a:outerShdw>
                    </a:effectLst>
                    <a:latin typeface="Trebuchet MS" panose="020B0603020202020204" pitchFamily="34" charset="0"/>
                    <a:ea typeface="ＭＳ Ｐゴシック" pitchFamily="34" charset="-128"/>
                  </a:rPr>
                  <a:t>A</a:t>
                </a:r>
                <a:endParaRPr lang="en-CA" sz="2800" dirty="0" err="1" smtClean="0">
                  <a:ln w="0"/>
                  <a:solidFill>
                    <a:schemeClr val="tx1"/>
                  </a:solidFill>
                  <a:effectLst>
                    <a:outerShdw blurRad="38100" dist="19050" dir="2700000" algn="tl" rotWithShape="0">
                      <a:schemeClr val="dk1">
                        <a:alpha val="40000"/>
                      </a:schemeClr>
                    </a:outerShdw>
                  </a:effectLst>
                  <a:latin typeface="Trebuchet MS" panose="020B0603020202020204" pitchFamily="34" charset="0"/>
                  <a:ea typeface="ＭＳ Ｐゴシック" pitchFamily="34" charset="-128"/>
                </a:endParaRPr>
              </a:p>
            </p:txBody>
          </p:sp>
          <p:sp>
            <p:nvSpPr>
              <p:cNvPr id="12" name="Oval 11"/>
              <p:cNvSpPr/>
              <p:nvPr/>
            </p:nvSpPr>
            <p:spPr bwMode="auto">
              <a:xfrm>
                <a:off x="1765694" y="5105400"/>
                <a:ext cx="685800" cy="685800"/>
              </a:xfrm>
              <a:prstGeom prst="ellipse">
                <a:avLst/>
              </a:prstGeom>
              <a:ln>
                <a:headEnd/>
                <a:tailEnd/>
              </a:ln>
            </p:spPr>
            <p:style>
              <a:lnRef idx="2">
                <a:schemeClr val="accent4"/>
              </a:lnRef>
              <a:fillRef idx="1">
                <a:schemeClr val="lt1"/>
              </a:fillRef>
              <a:effectRef idx="0">
                <a:schemeClr val="accent4"/>
              </a:effectRef>
              <a:fontRef idx="minor">
                <a:schemeClr val="dk1"/>
              </a:fontRef>
            </p:style>
            <p:txBody>
              <a:bodyPr wrap="none" lIns="87706" tIns="43850" rIns="87706" bIns="43850" rtlCol="0" anchor="ctr">
                <a:noAutofit/>
              </a:bodyPr>
              <a:lstStyle/>
              <a:p>
                <a:pPr algn="ctr" defTabSz="877315" eaLnBrk="0" hangingPunct="0"/>
                <a:r>
                  <a:rPr lang="en-US" sz="2800" dirty="0" smtClean="0">
                    <a:ln w="0"/>
                    <a:solidFill>
                      <a:srgbClr val="000000"/>
                    </a:solidFill>
                    <a:effectLst>
                      <a:outerShdw blurRad="38100" dist="19050" dir="2700000" algn="tl" rotWithShape="0">
                        <a:srgbClr val="000000">
                          <a:alpha val="40000"/>
                        </a:srgbClr>
                      </a:outerShdw>
                    </a:effectLst>
                    <a:latin typeface="Trebuchet MS" panose="020B0603020202020204" pitchFamily="34" charset="0"/>
                    <a:ea typeface="ＭＳ Ｐゴシック" pitchFamily="34" charset="-128"/>
                  </a:rPr>
                  <a:t>B</a:t>
                </a:r>
                <a:endParaRPr lang="en-CA" sz="1200" dirty="0" err="1" smtClean="0">
                  <a:solidFill>
                    <a:srgbClr val="000000"/>
                  </a:solidFill>
                  <a:latin typeface="Trebuchet MS" panose="020B0603020202020204" pitchFamily="34" charset="0"/>
                  <a:ea typeface="ＭＳ Ｐゴシック" pitchFamily="34" charset="-128"/>
                </a:endParaRPr>
              </a:p>
            </p:txBody>
          </p:sp>
          <p:sp>
            <p:nvSpPr>
              <p:cNvPr id="13" name="Oval 12"/>
              <p:cNvSpPr/>
              <p:nvPr/>
            </p:nvSpPr>
            <p:spPr bwMode="auto">
              <a:xfrm>
                <a:off x="3518294" y="5105400"/>
                <a:ext cx="685800" cy="685800"/>
              </a:xfrm>
              <a:prstGeom prst="ellipse">
                <a:avLst/>
              </a:prstGeom>
              <a:ln>
                <a:headEnd/>
                <a:tailEnd/>
              </a:ln>
            </p:spPr>
            <p:style>
              <a:lnRef idx="2">
                <a:schemeClr val="accent4"/>
              </a:lnRef>
              <a:fillRef idx="1">
                <a:schemeClr val="lt1"/>
              </a:fillRef>
              <a:effectRef idx="0">
                <a:schemeClr val="accent4"/>
              </a:effectRef>
              <a:fontRef idx="minor">
                <a:schemeClr val="dk1"/>
              </a:fontRef>
            </p:style>
            <p:txBody>
              <a:bodyPr wrap="none" lIns="87706" tIns="43850" rIns="87706" bIns="43850" rtlCol="0" anchor="ctr">
                <a:noAutofit/>
              </a:bodyPr>
              <a:lstStyle/>
              <a:p>
                <a:pPr algn="ctr" defTabSz="877315" eaLnBrk="0" hangingPunct="0"/>
                <a:r>
                  <a:rPr lang="en-US" sz="2800" dirty="0" smtClean="0">
                    <a:ln w="0"/>
                    <a:solidFill>
                      <a:srgbClr val="000000"/>
                    </a:solidFill>
                    <a:effectLst>
                      <a:outerShdw blurRad="38100" dist="19050" dir="2700000" algn="tl" rotWithShape="0">
                        <a:srgbClr val="000000">
                          <a:alpha val="40000"/>
                        </a:srgbClr>
                      </a:outerShdw>
                    </a:effectLst>
                    <a:latin typeface="Trebuchet MS" panose="020B0603020202020204" pitchFamily="34" charset="0"/>
                    <a:ea typeface="ＭＳ Ｐゴシック" pitchFamily="34" charset="-128"/>
                  </a:rPr>
                  <a:t>C</a:t>
                </a:r>
                <a:endParaRPr lang="en-CA" sz="1200" dirty="0" err="1" smtClean="0">
                  <a:solidFill>
                    <a:srgbClr val="000000"/>
                  </a:solidFill>
                  <a:latin typeface="Trebuchet MS" panose="020B0603020202020204" pitchFamily="34" charset="0"/>
                  <a:ea typeface="ＭＳ Ｐゴシック" pitchFamily="34" charset="-128"/>
                </a:endParaRPr>
              </a:p>
            </p:txBody>
          </p:sp>
          <p:cxnSp>
            <p:nvCxnSpPr>
              <p:cNvPr id="14" name="Straight Arrow Connector 13"/>
              <p:cNvCxnSpPr>
                <a:stCxn id="11" idx="3"/>
                <a:endCxn id="12" idx="7"/>
              </p:cNvCxnSpPr>
              <p:nvPr/>
            </p:nvCxnSpPr>
            <p:spPr bwMode="auto">
              <a:xfrm flipH="1">
                <a:off x="2351061" y="4776367"/>
                <a:ext cx="391366" cy="429466"/>
              </a:xfrm>
              <a:prstGeom prst="straightConnector1">
                <a:avLst/>
              </a:prstGeom>
              <a:noFill/>
              <a:ln w="19050" cap="flat" cmpd="sng" algn="ctr">
                <a:solidFill>
                  <a:schemeClr val="tx1"/>
                </a:solidFill>
                <a:prstDash val="solid"/>
                <a:round/>
                <a:headEnd type="none" w="med" len="med"/>
                <a:tailEnd type="triangle"/>
              </a:ln>
              <a:effectLst/>
            </p:spPr>
          </p:cxnSp>
          <p:cxnSp>
            <p:nvCxnSpPr>
              <p:cNvPr id="15" name="Straight Arrow Connector 14"/>
              <p:cNvCxnSpPr>
                <a:endCxn id="13" idx="1"/>
              </p:cNvCxnSpPr>
              <p:nvPr/>
            </p:nvCxnSpPr>
            <p:spPr bwMode="auto">
              <a:xfrm>
                <a:off x="3251677" y="4776367"/>
                <a:ext cx="367050" cy="429466"/>
              </a:xfrm>
              <a:prstGeom prst="straightConnector1">
                <a:avLst/>
              </a:prstGeom>
              <a:noFill/>
              <a:ln w="19050" cap="flat" cmpd="sng" algn="ctr">
                <a:solidFill>
                  <a:schemeClr val="tx1"/>
                </a:solidFill>
                <a:prstDash val="solid"/>
                <a:round/>
                <a:headEnd type="none" w="med" len="med"/>
                <a:tailEnd type="triangle"/>
              </a:ln>
              <a:effectLst/>
            </p:spPr>
          </p:cxnSp>
          <p:sp>
            <p:nvSpPr>
              <p:cNvPr id="16" name="TextBox 15"/>
              <p:cNvSpPr txBox="1"/>
              <p:nvPr/>
            </p:nvSpPr>
            <p:spPr>
              <a:xfrm>
                <a:off x="3345483" y="4353725"/>
                <a:ext cx="782411" cy="276999"/>
              </a:xfrm>
              <a:prstGeom prst="rect">
                <a:avLst/>
              </a:prstGeom>
              <a:noFill/>
            </p:spPr>
            <p:txBody>
              <a:bodyPr wrap="square" rtlCol="0">
                <a:spAutoFit/>
              </a:bodyPr>
              <a:lstStyle/>
              <a:p>
                <a:r>
                  <a:rPr lang="en-US" sz="1200" dirty="0" smtClean="0">
                    <a:latin typeface="Trebuchet MS" panose="020B0603020202020204" pitchFamily="34" charset="0"/>
                    <a:ea typeface="微软雅黑" pitchFamily="34" charset="-122"/>
                  </a:rPr>
                  <a:t>A::foo()</a:t>
                </a:r>
                <a:endParaRPr lang="en-CA" sz="1200" dirty="0" smtClean="0">
                  <a:latin typeface="Trebuchet MS" panose="020B0603020202020204" pitchFamily="34" charset="0"/>
                  <a:ea typeface="微软雅黑" pitchFamily="34" charset="-122"/>
                </a:endParaRPr>
              </a:p>
            </p:txBody>
          </p:sp>
          <p:sp>
            <p:nvSpPr>
              <p:cNvPr id="17" name="TextBox 16"/>
              <p:cNvSpPr txBox="1"/>
              <p:nvPr/>
            </p:nvSpPr>
            <p:spPr>
              <a:xfrm>
                <a:off x="2403188" y="5303627"/>
                <a:ext cx="782411" cy="276999"/>
              </a:xfrm>
              <a:prstGeom prst="rect">
                <a:avLst/>
              </a:prstGeom>
              <a:noFill/>
            </p:spPr>
            <p:txBody>
              <a:bodyPr wrap="square" rtlCol="0">
                <a:spAutoFit/>
              </a:bodyPr>
              <a:lstStyle/>
              <a:p>
                <a:r>
                  <a:rPr lang="en-US" sz="1200" dirty="0">
                    <a:latin typeface="Trebuchet MS" panose="020B0603020202020204" pitchFamily="34" charset="0"/>
                    <a:ea typeface="微软雅黑" pitchFamily="34" charset="-122"/>
                  </a:rPr>
                  <a:t>B</a:t>
                </a:r>
                <a:r>
                  <a:rPr lang="en-US" sz="1200" dirty="0" smtClean="0">
                    <a:latin typeface="Trebuchet MS" panose="020B0603020202020204" pitchFamily="34" charset="0"/>
                    <a:ea typeface="微软雅黑" pitchFamily="34" charset="-122"/>
                  </a:rPr>
                  <a:t>::foo()</a:t>
                </a:r>
                <a:endParaRPr lang="en-CA" sz="1200" dirty="0" smtClean="0">
                  <a:latin typeface="Trebuchet MS" panose="020B0603020202020204" pitchFamily="34" charset="0"/>
                  <a:ea typeface="微软雅黑" pitchFamily="34" charset="-122"/>
                </a:endParaRPr>
              </a:p>
            </p:txBody>
          </p:sp>
          <p:sp>
            <p:nvSpPr>
              <p:cNvPr id="18" name="TextBox 17"/>
              <p:cNvSpPr txBox="1"/>
              <p:nvPr/>
            </p:nvSpPr>
            <p:spPr>
              <a:xfrm>
                <a:off x="4155788" y="5303627"/>
                <a:ext cx="782411" cy="276999"/>
              </a:xfrm>
              <a:prstGeom prst="rect">
                <a:avLst/>
              </a:prstGeom>
              <a:noFill/>
            </p:spPr>
            <p:txBody>
              <a:bodyPr wrap="square" rtlCol="0">
                <a:spAutoFit/>
              </a:bodyPr>
              <a:lstStyle/>
              <a:p>
                <a:r>
                  <a:rPr lang="en-US" sz="1200" dirty="0">
                    <a:latin typeface="Trebuchet MS" panose="020B0603020202020204" pitchFamily="34" charset="0"/>
                    <a:ea typeface="微软雅黑" pitchFamily="34" charset="-122"/>
                  </a:rPr>
                  <a:t>A</a:t>
                </a:r>
                <a:r>
                  <a:rPr lang="en-US" sz="1200" dirty="0" smtClean="0">
                    <a:latin typeface="Trebuchet MS" panose="020B0603020202020204" pitchFamily="34" charset="0"/>
                    <a:ea typeface="微软雅黑" pitchFamily="34" charset="-122"/>
                  </a:rPr>
                  <a:t>::foo()</a:t>
                </a:r>
                <a:endParaRPr lang="en-CA" sz="1200" dirty="0" smtClean="0">
                  <a:latin typeface="Trebuchet MS" panose="020B0603020202020204" pitchFamily="34" charset="0"/>
                  <a:ea typeface="微软雅黑" pitchFamily="34" charset="-122"/>
                </a:endParaRPr>
              </a:p>
            </p:txBody>
          </p:sp>
        </p:grpSp>
        <p:sp>
          <p:nvSpPr>
            <p:cNvPr id="20" name="Rectangle 19"/>
            <p:cNvSpPr/>
            <p:nvPr/>
          </p:nvSpPr>
          <p:spPr>
            <a:xfrm>
              <a:off x="4778438" y="3307154"/>
              <a:ext cx="506870" cy="584775"/>
            </a:xfrm>
            <a:prstGeom prst="rect">
              <a:avLst/>
            </a:prstGeom>
          </p:spPr>
          <p:txBody>
            <a:bodyPr wrap="none">
              <a:spAutoFit/>
            </a:bodyPr>
            <a:lstStyle/>
            <a:p>
              <a:r>
                <a:rPr lang="en-US" sz="3200" dirty="0">
                  <a:solidFill>
                    <a:srgbClr val="92D050"/>
                  </a:solidFill>
                  <a:sym typeface="Wingdings" panose="05000000000000000000" pitchFamily="2" charset="2"/>
                </a:rPr>
                <a:t></a:t>
              </a:r>
              <a:endParaRPr lang="en-CA" sz="3200" dirty="0">
                <a:solidFill>
                  <a:srgbClr val="92D050"/>
                </a:solidFill>
              </a:endParaRPr>
            </a:p>
          </p:txBody>
        </p:sp>
        <p:sp>
          <p:nvSpPr>
            <p:cNvPr id="6" name="Rectangle 5"/>
            <p:cNvSpPr/>
            <p:nvPr/>
          </p:nvSpPr>
          <p:spPr>
            <a:xfrm>
              <a:off x="8256654" y="3244738"/>
              <a:ext cx="339240" cy="584775"/>
            </a:xfrm>
            <a:prstGeom prst="rect">
              <a:avLst/>
            </a:prstGeom>
            <a:noFill/>
          </p:spPr>
          <p:txBody>
            <a:bodyPr wrap="square" lIns="91440" tIns="45720" rIns="91440" bIns="45720">
              <a:spAutoFit/>
            </a:bodyPr>
            <a:lstStyle/>
            <a:p>
              <a:pPr algn="ctr"/>
              <a:r>
                <a:rPr lang="en-US" sz="3200" b="1" dirty="0" smtClean="0">
                  <a:ln w="22225">
                    <a:solidFill>
                      <a:schemeClr val="accent2"/>
                    </a:solidFill>
                    <a:prstDash val="solid"/>
                  </a:ln>
                  <a:solidFill>
                    <a:srgbClr val="FFC000"/>
                  </a:solidFill>
                </a:rPr>
                <a:t>?</a:t>
              </a:r>
              <a:endParaRPr lang="en-US" sz="3200" b="1" dirty="0">
                <a:ln w="22225">
                  <a:solidFill>
                    <a:schemeClr val="accent2"/>
                  </a:solidFill>
                  <a:prstDash val="solid"/>
                </a:ln>
                <a:solidFill>
                  <a:srgbClr val="FFC000"/>
                </a:solidFill>
              </a:endParaRPr>
            </a:p>
          </p:txBody>
        </p:sp>
      </p:grpSp>
      <p:sp>
        <p:nvSpPr>
          <p:cNvPr id="26" name="TextBox 25"/>
          <p:cNvSpPr txBox="1"/>
          <p:nvPr/>
        </p:nvSpPr>
        <p:spPr>
          <a:xfrm>
            <a:off x="5777538" y="3954240"/>
            <a:ext cx="5349857" cy="1015663"/>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CA" sz="1200" dirty="0">
                <a:latin typeface="Consolas" panose="020B0609020204030204" pitchFamily="49" charset="0"/>
                <a:ea typeface="微软雅黑" pitchFamily="34" charset="-122"/>
              </a:rPr>
              <a:t>@_</a:t>
            </a:r>
            <a:r>
              <a:rPr lang="en-CA" sz="1200" dirty="0" smtClean="0">
                <a:latin typeface="Consolas" panose="020B0609020204030204" pitchFamily="49" charset="0"/>
                <a:ea typeface="微软雅黑" pitchFamily="34" charset="-122"/>
              </a:rPr>
              <a:t>ZTV1A = [</a:t>
            </a:r>
            <a:r>
              <a:rPr lang="en-CA" sz="1200" dirty="0">
                <a:latin typeface="Consolas" panose="020B0609020204030204" pitchFamily="49" charset="0"/>
                <a:ea typeface="微软雅黑" pitchFamily="34" charset="-122"/>
              </a:rPr>
              <a:t>3 x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null,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@_ZTI1A, </a:t>
            </a:r>
            <a:r>
              <a:rPr lang="en-CA" sz="1200" b="1" dirty="0" err="1">
                <a:solidFill>
                  <a:srgbClr val="FF0000"/>
                </a:solidFill>
                <a:latin typeface="Consolas" panose="020B0609020204030204" pitchFamily="49" charset="0"/>
                <a:ea typeface="微软雅黑" pitchFamily="34" charset="-122"/>
              </a:rPr>
              <a:t>ptr</a:t>
            </a:r>
            <a:r>
              <a:rPr lang="en-CA" sz="1200" b="1" dirty="0">
                <a:solidFill>
                  <a:srgbClr val="FF0000"/>
                </a:solidFill>
                <a:latin typeface="Consolas" panose="020B0609020204030204" pitchFamily="49" charset="0"/>
                <a:ea typeface="微软雅黑" pitchFamily="34" charset="-122"/>
              </a:rPr>
              <a:t> @_ZN1A3fooEv</a:t>
            </a:r>
            <a:r>
              <a:rPr lang="en-CA" sz="1200" dirty="0" smtClean="0">
                <a:latin typeface="Consolas" panose="020B0609020204030204" pitchFamily="49" charset="0"/>
                <a:ea typeface="微软雅黑" pitchFamily="34" charset="-122"/>
              </a:rPr>
              <a:t>]</a:t>
            </a:r>
          </a:p>
          <a:p>
            <a:endParaRPr lang="en-CA" sz="1200" dirty="0">
              <a:latin typeface="Consolas" panose="020B0609020204030204" pitchFamily="49" charset="0"/>
              <a:ea typeface="微软雅黑" pitchFamily="34" charset="-122"/>
            </a:endParaRPr>
          </a:p>
          <a:p>
            <a:r>
              <a:rPr lang="en-CA" sz="1200" dirty="0">
                <a:latin typeface="Consolas" panose="020B0609020204030204" pitchFamily="49" charset="0"/>
                <a:ea typeface="微软雅黑" pitchFamily="34" charset="-122"/>
              </a:rPr>
              <a:t>@_</a:t>
            </a:r>
            <a:r>
              <a:rPr lang="en-CA" sz="1200" dirty="0" smtClean="0">
                <a:latin typeface="Consolas" panose="020B0609020204030204" pitchFamily="49" charset="0"/>
                <a:ea typeface="微软雅黑" pitchFamily="34" charset="-122"/>
              </a:rPr>
              <a:t>ZTV1B = [</a:t>
            </a:r>
            <a:r>
              <a:rPr lang="en-CA" sz="1200" dirty="0">
                <a:latin typeface="Consolas" panose="020B0609020204030204" pitchFamily="49" charset="0"/>
                <a:ea typeface="微软雅黑" pitchFamily="34" charset="-122"/>
              </a:rPr>
              <a:t>3 x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null,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@_ZTI1B, </a:t>
            </a:r>
            <a:r>
              <a:rPr lang="en-CA" sz="1200" dirty="0" err="1">
                <a:solidFill>
                  <a:srgbClr val="FFC000"/>
                </a:solidFill>
                <a:latin typeface="Consolas" panose="020B0609020204030204" pitchFamily="49" charset="0"/>
                <a:ea typeface="微软雅黑" pitchFamily="34" charset="-122"/>
              </a:rPr>
              <a:t>ptr</a:t>
            </a:r>
            <a:r>
              <a:rPr lang="en-CA" sz="1200" dirty="0">
                <a:solidFill>
                  <a:srgbClr val="FFC000"/>
                </a:solidFill>
                <a:latin typeface="Consolas" panose="020B0609020204030204" pitchFamily="49" charset="0"/>
                <a:ea typeface="微软雅黑" pitchFamily="34" charset="-122"/>
              </a:rPr>
              <a:t> @_ZN1B3fooEv</a:t>
            </a:r>
            <a:r>
              <a:rPr lang="en-CA" sz="1200" dirty="0" smtClean="0">
                <a:latin typeface="Consolas" panose="020B0609020204030204" pitchFamily="49" charset="0"/>
                <a:ea typeface="微软雅黑" pitchFamily="34" charset="-122"/>
              </a:rPr>
              <a:t>]</a:t>
            </a:r>
          </a:p>
          <a:p>
            <a:endParaRPr lang="en-CA" sz="1200" dirty="0">
              <a:latin typeface="Consolas" panose="020B0609020204030204" pitchFamily="49" charset="0"/>
              <a:ea typeface="微软雅黑" pitchFamily="34" charset="-122"/>
            </a:endParaRPr>
          </a:p>
          <a:p>
            <a:r>
              <a:rPr lang="en-CA" sz="1200" dirty="0">
                <a:latin typeface="Consolas" panose="020B0609020204030204" pitchFamily="49" charset="0"/>
                <a:ea typeface="微软雅黑" pitchFamily="34" charset="-122"/>
              </a:rPr>
              <a:t>@_</a:t>
            </a:r>
            <a:r>
              <a:rPr lang="en-CA" sz="1200" dirty="0" smtClean="0">
                <a:latin typeface="Consolas" panose="020B0609020204030204" pitchFamily="49" charset="0"/>
                <a:ea typeface="微软雅黑" pitchFamily="34" charset="-122"/>
              </a:rPr>
              <a:t>ZTV1C </a:t>
            </a:r>
            <a:r>
              <a:rPr lang="en-CA" sz="1200" dirty="0">
                <a:latin typeface="Consolas" panose="020B0609020204030204" pitchFamily="49" charset="0"/>
                <a:ea typeface="微软雅黑" pitchFamily="34" charset="-122"/>
              </a:rPr>
              <a:t>= </a:t>
            </a:r>
            <a:r>
              <a:rPr lang="en-CA" sz="1200" dirty="0" smtClean="0">
                <a:latin typeface="Consolas" panose="020B0609020204030204" pitchFamily="49" charset="0"/>
                <a:ea typeface="微软雅黑" pitchFamily="34" charset="-122"/>
              </a:rPr>
              <a:t>[</a:t>
            </a:r>
            <a:r>
              <a:rPr lang="en-CA" sz="1200" dirty="0">
                <a:latin typeface="Consolas" panose="020B0609020204030204" pitchFamily="49" charset="0"/>
                <a:ea typeface="微软雅黑" pitchFamily="34" charset="-122"/>
              </a:rPr>
              <a:t>3 x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null,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@_ZTI1C, </a:t>
            </a:r>
            <a:r>
              <a:rPr lang="en-CA" sz="1200" dirty="0" err="1">
                <a:solidFill>
                  <a:srgbClr val="FF0000"/>
                </a:solidFill>
                <a:latin typeface="Consolas" panose="020B0609020204030204" pitchFamily="49" charset="0"/>
                <a:ea typeface="微软雅黑" pitchFamily="34" charset="-122"/>
              </a:rPr>
              <a:t>ptr</a:t>
            </a:r>
            <a:r>
              <a:rPr lang="en-CA" sz="1200" dirty="0">
                <a:solidFill>
                  <a:srgbClr val="FF0000"/>
                </a:solidFill>
                <a:latin typeface="Consolas" panose="020B0609020204030204" pitchFamily="49" charset="0"/>
                <a:ea typeface="微软雅黑" pitchFamily="34" charset="-122"/>
              </a:rPr>
              <a:t> @_</a:t>
            </a:r>
            <a:r>
              <a:rPr lang="en-CA" sz="1200" dirty="0" smtClean="0">
                <a:solidFill>
                  <a:srgbClr val="FF0000"/>
                </a:solidFill>
                <a:latin typeface="Consolas" panose="020B0609020204030204" pitchFamily="49" charset="0"/>
                <a:ea typeface="微软雅黑" pitchFamily="34" charset="-122"/>
              </a:rPr>
              <a:t>ZN1A3fooEv</a:t>
            </a:r>
            <a:r>
              <a:rPr lang="en-CA" sz="1200" dirty="0">
                <a:latin typeface="Consolas" panose="020B0609020204030204" pitchFamily="49" charset="0"/>
                <a:ea typeface="微软雅黑" pitchFamily="34" charset="-122"/>
              </a:rPr>
              <a:t>]</a:t>
            </a:r>
            <a:endParaRPr lang="en-CA" sz="1200" dirty="0" smtClean="0">
              <a:latin typeface="Consolas" panose="020B0609020204030204" pitchFamily="49" charset="0"/>
              <a:ea typeface="微软雅黑" pitchFamily="34" charset="-122"/>
            </a:endParaRPr>
          </a:p>
        </p:txBody>
      </p:sp>
      <p:sp>
        <p:nvSpPr>
          <p:cNvPr id="27" name="Right Arrow 26"/>
          <p:cNvSpPr/>
          <p:nvPr/>
        </p:nvSpPr>
        <p:spPr bwMode="auto">
          <a:xfrm>
            <a:off x="3962400" y="3046612"/>
            <a:ext cx="1195877" cy="430262"/>
          </a:xfrm>
          <a:prstGeom prst="rightArrow">
            <a:avLst/>
          </a:prstGeom>
          <a:ln>
            <a:headEnd/>
            <a:tailEnd/>
          </a:ln>
        </p:spPr>
        <p:style>
          <a:lnRef idx="1">
            <a:schemeClr val="accent2"/>
          </a:lnRef>
          <a:fillRef idx="2">
            <a:schemeClr val="accent2"/>
          </a:fillRef>
          <a:effectRef idx="1">
            <a:schemeClr val="accent2"/>
          </a:effectRef>
          <a:fontRef idx="minor">
            <a:schemeClr val="dk1"/>
          </a:fontRef>
        </p:style>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sp>
        <p:nvSpPr>
          <p:cNvPr id="21" name="Rectangle 20"/>
          <p:cNvSpPr/>
          <p:nvPr/>
        </p:nvSpPr>
        <p:spPr>
          <a:xfrm>
            <a:off x="7447861" y="1620337"/>
            <a:ext cx="445956" cy="584775"/>
          </a:xfrm>
          <a:prstGeom prst="rect">
            <a:avLst/>
          </a:prstGeom>
        </p:spPr>
        <p:txBody>
          <a:bodyPr wrap="none">
            <a:spAutoFit/>
          </a:bodyPr>
          <a:lstStyle/>
          <a:p>
            <a:r>
              <a:rPr lang="en-US" sz="3200" dirty="0">
                <a:solidFill>
                  <a:srgbClr val="FF0000"/>
                </a:solidFill>
                <a:sym typeface="Wingdings" panose="05000000000000000000" pitchFamily="2" charset="2"/>
              </a:rPr>
              <a:t></a:t>
            </a:r>
            <a:endParaRPr lang="en-US" sz="3200" dirty="0">
              <a:solidFill>
                <a:srgbClr val="FF0000"/>
              </a:solidFill>
            </a:endParaRPr>
          </a:p>
        </p:txBody>
      </p:sp>
    </p:spTree>
    <p:extLst>
      <p:ext uri="{BB962C8B-B14F-4D97-AF65-F5344CB8AC3E}">
        <p14:creationId xmlns:p14="http://schemas.microsoft.com/office/powerpoint/2010/main" val="26062580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“Imprecise” </a:t>
            </a:r>
            <a:r>
              <a:rPr lang="en-CA" dirty="0" smtClean="0"/>
              <a:t>metadata</a:t>
            </a:r>
            <a:endParaRPr lang="en-CA" dirty="0"/>
          </a:p>
        </p:txBody>
      </p:sp>
      <p:sp>
        <p:nvSpPr>
          <p:cNvPr id="3" name="Content Placeholder 2"/>
          <p:cNvSpPr>
            <a:spLocks noGrp="1"/>
          </p:cNvSpPr>
          <p:nvPr>
            <p:ph idx="1"/>
          </p:nvPr>
        </p:nvSpPr>
        <p:spPr/>
        <p:txBody>
          <a:bodyPr/>
          <a:lstStyle/>
          <a:p>
            <a:r>
              <a:rPr lang="en-CA" dirty="0" smtClean="0"/>
              <a:t>Currently, the metadata produced by the frontend and attached to the call is deduced from the class where that function is originally defined.</a:t>
            </a:r>
          </a:p>
          <a:p>
            <a:endParaRPr lang="en-CA" dirty="0"/>
          </a:p>
        </p:txBody>
      </p:sp>
      <p:sp>
        <p:nvSpPr>
          <p:cNvPr id="4" name="TextBox 3"/>
          <p:cNvSpPr txBox="1"/>
          <p:nvPr/>
        </p:nvSpPr>
        <p:spPr>
          <a:xfrm>
            <a:off x="656207" y="2286000"/>
            <a:ext cx="2402664" cy="2308324"/>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CA" sz="1200" dirty="0">
                <a:solidFill>
                  <a:srgbClr val="569CD6"/>
                </a:solidFill>
                <a:latin typeface="Consolas" panose="020B0609020204030204" pitchFamily="49" charset="0"/>
              </a:rPr>
              <a:t>class</a:t>
            </a:r>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A</a:t>
            </a:r>
            <a:r>
              <a:rPr lang="en-CA" sz="1200" dirty="0">
                <a:solidFill>
                  <a:srgbClr val="CCCCCC"/>
                </a:solidFill>
                <a:latin typeface="Consolas" panose="020B0609020204030204" pitchFamily="49" charset="0"/>
              </a:rPr>
              <a:t> {</a:t>
            </a:r>
          </a:p>
          <a:p>
            <a:r>
              <a:rPr lang="en-CA" sz="1200" dirty="0">
                <a:solidFill>
                  <a:srgbClr val="569CD6"/>
                </a:solidFill>
                <a:latin typeface="Consolas" panose="020B0609020204030204" pitchFamily="49" charset="0"/>
              </a:rPr>
              <a:t>public:</a:t>
            </a:r>
            <a:endParaRPr lang="en-CA" sz="1200" dirty="0">
              <a:solidFill>
                <a:srgbClr val="CCCCCC"/>
              </a:solidFill>
              <a:latin typeface="Consolas" panose="020B0609020204030204" pitchFamily="49" charset="0"/>
            </a:endParaRPr>
          </a:p>
          <a:p>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virtual</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void</a:t>
            </a:r>
            <a:r>
              <a:rPr lang="en-CA" sz="1200" dirty="0">
                <a:solidFill>
                  <a:srgbClr val="CCCCCC"/>
                </a:solidFill>
                <a:latin typeface="Consolas" panose="020B0609020204030204" pitchFamily="49" charset="0"/>
              </a:rPr>
              <a:t> </a:t>
            </a:r>
            <a:r>
              <a:rPr lang="en-CA" sz="1200" dirty="0">
                <a:solidFill>
                  <a:srgbClr val="DCDCAA"/>
                </a:solidFill>
                <a:latin typeface="Consolas" panose="020B0609020204030204" pitchFamily="49" charset="0"/>
              </a:rPr>
              <a:t>foo</a:t>
            </a:r>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r>
            <a:br>
              <a:rPr lang="en-CA" sz="1200" dirty="0">
                <a:solidFill>
                  <a:srgbClr val="CCCCCC"/>
                </a:solidFill>
                <a:latin typeface="Consolas" panose="020B0609020204030204" pitchFamily="49" charset="0"/>
              </a:rPr>
            </a:br>
            <a:r>
              <a:rPr lang="en-CA" sz="1200" dirty="0">
                <a:solidFill>
                  <a:srgbClr val="569CD6"/>
                </a:solidFill>
                <a:latin typeface="Consolas" panose="020B0609020204030204" pitchFamily="49" charset="0"/>
              </a:rPr>
              <a:t>class</a:t>
            </a:r>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B</a:t>
            </a:r>
            <a:r>
              <a:rPr lang="en-CA" sz="1200" dirty="0">
                <a:solidFill>
                  <a:srgbClr val="CCCCCC"/>
                </a:solidFill>
                <a:latin typeface="Consolas" panose="020B0609020204030204" pitchFamily="49" charset="0"/>
              </a:rPr>
              <a:t> : </a:t>
            </a:r>
            <a:r>
              <a:rPr lang="en-CA" sz="1200" dirty="0">
                <a:solidFill>
                  <a:srgbClr val="569CD6"/>
                </a:solidFill>
                <a:latin typeface="Consolas" panose="020B0609020204030204" pitchFamily="49" charset="0"/>
              </a:rPr>
              <a:t>public</a:t>
            </a:r>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A</a:t>
            </a:r>
            <a:r>
              <a:rPr lang="en-CA" sz="1200" dirty="0">
                <a:solidFill>
                  <a:srgbClr val="CCCCCC"/>
                </a:solidFill>
                <a:latin typeface="Consolas" panose="020B0609020204030204" pitchFamily="49" charset="0"/>
              </a:rPr>
              <a:t> {</a:t>
            </a:r>
          </a:p>
          <a:p>
            <a:r>
              <a:rPr lang="en-CA" sz="1200" dirty="0">
                <a:solidFill>
                  <a:srgbClr val="569CD6"/>
                </a:solidFill>
                <a:latin typeface="Consolas" panose="020B0609020204030204" pitchFamily="49" charset="0"/>
              </a:rPr>
              <a:t>public:</a:t>
            </a:r>
            <a:endParaRPr lang="en-CA" sz="1200" dirty="0">
              <a:solidFill>
                <a:srgbClr val="CCCCCC"/>
              </a:solidFill>
              <a:latin typeface="Consolas" panose="020B0609020204030204" pitchFamily="49" charset="0"/>
            </a:endParaRPr>
          </a:p>
          <a:p>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void</a:t>
            </a:r>
            <a:r>
              <a:rPr lang="en-CA" sz="1200" dirty="0">
                <a:solidFill>
                  <a:srgbClr val="CCCCCC"/>
                </a:solidFill>
                <a:latin typeface="Consolas" panose="020B0609020204030204" pitchFamily="49" charset="0"/>
              </a:rPr>
              <a:t> </a:t>
            </a:r>
            <a:r>
              <a:rPr lang="en-CA" sz="1200" dirty="0">
                <a:solidFill>
                  <a:srgbClr val="DCDCAA"/>
                </a:solidFill>
                <a:latin typeface="Consolas" panose="020B0609020204030204" pitchFamily="49" charset="0"/>
              </a:rPr>
              <a:t>foo</a:t>
            </a:r>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r>
            <a:br>
              <a:rPr lang="en-CA" sz="1200" dirty="0">
                <a:solidFill>
                  <a:srgbClr val="CCCCCC"/>
                </a:solidFill>
                <a:latin typeface="Consolas" panose="020B0609020204030204" pitchFamily="49" charset="0"/>
              </a:rPr>
            </a:br>
            <a:r>
              <a:rPr lang="en-CA" sz="1200" dirty="0">
                <a:solidFill>
                  <a:srgbClr val="4EC9B0"/>
                </a:solidFill>
                <a:latin typeface="Consolas" panose="020B0609020204030204" pitchFamily="49" charset="0"/>
              </a:rPr>
              <a:t>B</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9CDCFE"/>
                </a:solidFill>
                <a:latin typeface="Consolas" panose="020B0609020204030204" pitchFamily="49" charset="0"/>
              </a:rPr>
              <a:t>b</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new</a:t>
            </a:r>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B</a:t>
            </a:r>
            <a:r>
              <a:rPr lang="en-CA" sz="1200" dirty="0">
                <a:solidFill>
                  <a:srgbClr val="CCCCCC"/>
                </a:solidFill>
                <a:latin typeface="Consolas" panose="020B0609020204030204" pitchFamily="49" charset="0"/>
              </a:rPr>
              <a:t>();</a:t>
            </a:r>
          </a:p>
          <a:p>
            <a:r>
              <a:rPr lang="en-CA" sz="1200" dirty="0">
                <a:solidFill>
                  <a:srgbClr val="9CDCFE"/>
                </a:solidFill>
                <a:latin typeface="Consolas" panose="020B0609020204030204" pitchFamily="49" charset="0"/>
              </a:rPr>
              <a:t>b</a:t>
            </a:r>
            <a:r>
              <a:rPr lang="en-CA" sz="1200" dirty="0">
                <a:solidFill>
                  <a:srgbClr val="CCCCCC"/>
                </a:solidFill>
                <a:latin typeface="Consolas" panose="020B0609020204030204" pitchFamily="49" charset="0"/>
              </a:rPr>
              <a:t>-&gt;</a:t>
            </a:r>
            <a:r>
              <a:rPr lang="en-CA" sz="1200" dirty="0">
                <a:solidFill>
                  <a:srgbClr val="DCDCAA"/>
                </a:solidFill>
                <a:latin typeface="Consolas" panose="020B0609020204030204" pitchFamily="49" charset="0"/>
              </a:rPr>
              <a:t>foo</a:t>
            </a:r>
            <a:r>
              <a:rPr lang="en-CA" sz="1200" dirty="0" smtClean="0">
                <a:solidFill>
                  <a:srgbClr val="CCCCCC"/>
                </a:solidFill>
                <a:latin typeface="Consolas" panose="020B0609020204030204" pitchFamily="49" charset="0"/>
              </a:rPr>
              <a:t>();</a:t>
            </a:r>
            <a:endParaRPr lang="en-CA" sz="1200" dirty="0">
              <a:solidFill>
                <a:srgbClr val="CCCCCC"/>
              </a:solidFill>
              <a:latin typeface="Consolas" panose="020B0609020204030204" pitchFamily="49" charset="0"/>
            </a:endParaRPr>
          </a:p>
        </p:txBody>
      </p:sp>
      <p:sp>
        <p:nvSpPr>
          <p:cNvPr id="6" name="TextBox 5"/>
          <p:cNvSpPr txBox="1"/>
          <p:nvPr/>
        </p:nvSpPr>
        <p:spPr>
          <a:xfrm>
            <a:off x="5105400" y="2747663"/>
            <a:ext cx="6705600" cy="138499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CA" sz="1200" dirty="0" smtClean="0">
                <a:latin typeface="Consolas" panose="020B0609020204030204" pitchFamily="49" charset="0"/>
                <a:ea typeface="微软雅黑" pitchFamily="34" charset="-122"/>
              </a:rPr>
              <a:t>%</a:t>
            </a:r>
            <a:r>
              <a:rPr lang="en-CA" sz="1200" dirty="0">
                <a:latin typeface="Consolas" panose="020B0609020204030204" pitchFamily="49" charset="0"/>
                <a:ea typeface="微软雅黑" pitchFamily="34" charset="-122"/>
              </a:rPr>
              <a:t>0 = load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%b, align 8, !</a:t>
            </a:r>
            <a:r>
              <a:rPr lang="en-CA" sz="1200" dirty="0" err="1">
                <a:latin typeface="Consolas" panose="020B0609020204030204" pitchFamily="49" charset="0"/>
                <a:ea typeface="微软雅黑" pitchFamily="34" charset="-122"/>
              </a:rPr>
              <a:t>tbaa</a:t>
            </a:r>
            <a:r>
              <a:rPr lang="en-CA" sz="1200" dirty="0">
                <a:latin typeface="Consolas" panose="020B0609020204030204" pitchFamily="49" charset="0"/>
                <a:ea typeface="微软雅黑" pitchFamily="34" charset="-122"/>
              </a:rPr>
              <a:t> !14</a:t>
            </a:r>
          </a:p>
          <a:p>
            <a:r>
              <a:rPr lang="en-CA" sz="1200" dirty="0" smtClean="0">
                <a:latin typeface="Consolas" panose="020B0609020204030204" pitchFamily="49" charset="0"/>
                <a:ea typeface="微软雅黑" pitchFamily="34" charset="-122"/>
              </a:rPr>
              <a:t>%</a:t>
            </a:r>
            <a:r>
              <a:rPr lang="en-CA" sz="1200" dirty="0" err="1">
                <a:latin typeface="Consolas" panose="020B0609020204030204" pitchFamily="49" charset="0"/>
                <a:ea typeface="微软雅黑" pitchFamily="34" charset="-122"/>
              </a:rPr>
              <a:t>vtable</a:t>
            </a:r>
            <a:r>
              <a:rPr lang="en-CA" sz="1200" dirty="0">
                <a:latin typeface="Consolas" panose="020B0609020204030204" pitchFamily="49" charset="0"/>
                <a:ea typeface="微软雅黑" pitchFamily="34" charset="-122"/>
              </a:rPr>
              <a:t> = load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%0, align 8, !</a:t>
            </a:r>
            <a:r>
              <a:rPr lang="en-CA" sz="1200" dirty="0" err="1">
                <a:latin typeface="Consolas" panose="020B0609020204030204" pitchFamily="49" charset="0"/>
                <a:ea typeface="微软雅黑" pitchFamily="34" charset="-122"/>
              </a:rPr>
              <a:t>tbaa</a:t>
            </a:r>
            <a:r>
              <a:rPr lang="en-CA" sz="1200" dirty="0">
                <a:latin typeface="Consolas" panose="020B0609020204030204" pitchFamily="49" charset="0"/>
                <a:ea typeface="微软雅黑" pitchFamily="34" charset="-122"/>
              </a:rPr>
              <a:t> !18</a:t>
            </a:r>
          </a:p>
          <a:p>
            <a:r>
              <a:rPr lang="en-CA" sz="1200" dirty="0" smtClean="0">
                <a:latin typeface="Consolas" panose="020B0609020204030204" pitchFamily="49" charset="0"/>
                <a:ea typeface="微软雅黑" pitchFamily="34" charset="-122"/>
              </a:rPr>
              <a:t>%</a:t>
            </a:r>
            <a:r>
              <a:rPr lang="en-CA" sz="1200" dirty="0">
                <a:latin typeface="Consolas" panose="020B0609020204030204" pitchFamily="49" charset="0"/>
                <a:ea typeface="微软雅黑" pitchFamily="34" charset="-122"/>
              </a:rPr>
              <a:t>1 = call i1 @</a:t>
            </a:r>
            <a:r>
              <a:rPr lang="en-CA" sz="1200" dirty="0" err="1">
                <a:latin typeface="Consolas" panose="020B0609020204030204" pitchFamily="49" charset="0"/>
                <a:ea typeface="微软雅黑" pitchFamily="34" charset="-122"/>
              </a:rPr>
              <a:t>llvm.type.test</a:t>
            </a:r>
            <a:r>
              <a:rPr lang="en-CA" sz="1200" dirty="0">
                <a:latin typeface="Consolas" panose="020B0609020204030204" pitchFamily="49" charset="0"/>
                <a:ea typeface="微软雅黑" pitchFamily="34" charset="-122"/>
              </a:rPr>
              <a:t>(</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vtable</a:t>
            </a:r>
            <a:r>
              <a:rPr lang="en-CA" sz="1200" dirty="0">
                <a:latin typeface="Consolas" panose="020B0609020204030204" pitchFamily="49" charset="0"/>
                <a:ea typeface="微软雅黑" pitchFamily="34" charset="-122"/>
              </a:rPr>
              <a:t>, metadata !"_</a:t>
            </a:r>
            <a:r>
              <a:rPr lang="en-CA" sz="1200" dirty="0" smtClean="0">
                <a:latin typeface="Consolas" panose="020B0609020204030204" pitchFamily="49" charset="0"/>
                <a:ea typeface="微软雅黑" pitchFamily="34" charset="-122"/>
              </a:rPr>
              <a:t>ZTS1B")</a:t>
            </a:r>
            <a:endParaRPr lang="en-CA" sz="1200" dirty="0">
              <a:latin typeface="Consolas" panose="020B0609020204030204" pitchFamily="49" charset="0"/>
              <a:ea typeface="微软雅黑" pitchFamily="34" charset="-122"/>
            </a:endParaRPr>
          </a:p>
          <a:p>
            <a:r>
              <a:rPr lang="en-CA" sz="1200" dirty="0" smtClean="0">
                <a:latin typeface="Consolas" panose="020B0609020204030204" pitchFamily="49" charset="0"/>
                <a:ea typeface="微软雅黑" pitchFamily="34" charset="-122"/>
              </a:rPr>
              <a:t>call </a:t>
            </a:r>
            <a:r>
              <a:rPr lang="en-CA" sz="1200" dirty="0">
                <a:latin typeface="Consolas" panose="020B0609020204030204" pitchFamily="49" charset="0"/>
                <a:ea typeface="微软雅黑" pitchFamily="34" charset="-122"/>
              </a:rPr>
              <a:t>void @</a:t>
            </a:r>
            <a:r>
              <a:rPr lang="en-CA" sz="1200" dirty="0" err="1">
                <a:latin typeface="Consolas" panose="020B0609020204030204" pitchFamily="49" charset="0"/>
                <a:ea typeface="微软雅黑" pitchFamily="34" charset="-122"/>
              </a:rPr>
              <a:t>llvm.assume</a:t>
            </a:r>
            <a:r>
              <a:rPr lang="en-CA" sz="1200" dirty="0">
                <a:latin typeface="Consolas" panose="020B0609020204030204" pitchFamily="49" charset="0"/>
                <a:ea typeface="微软雅黑" pitchFamily="34" charset="-122"/>
              </a:rPr>
              <a:t>(i1 %1)</a:t>
            </a:r>
          </a:p>
          <a:p>
            <a:r>
              <a:rPr lang="en-CA" sz="1200" dirty="0" smtClean="0">
                <a:latin typeface="Consolas" panose="020B0609020204030204" pitchFamily="49" charset="0"/>
                <a:ea typeface="微软雅黑" pitchFamily="34" charset="-122"/>
              </a:rPr>
              <a:t>%</a:t>
            </a:r>
            <a:r>
              <a:rPr lang="en-CA" sz="1200" dirty="0" err="1">
                <a:latin typeface="Consolas" panose="020B0609020204030204" pitchFamily="49" charset="0"/>
                <a:ea typeface="微软雅黑" pitchFamily="34" charset="-122"/>
              </a:rPr>
              <a:t>vfn</a:t>
            </a:r>
            <a:r>
              <a:rPr lang="en-CA" sz="1200" dirty="0">
                <a:latin typeface="Consolas" panose="020B0609020204030204" pitchFamily="49" charset="0"/>
                <a:ea typeface="微软雅黑" pitchFamily="34" charset="-122"/>
              </a:rPr>
              <a:t> = </a:t>
            </a:r>
            <a:r>
              <a:rPr lang="en-CA" sz="1200" dirty="0" err="1">
                <a:latin typeface="Consolas" panose="020B0609020204030204" pitchFamily="49" charset="0"/>
                <a:ea typeface="微软雅黑" pitchFamily="34" charset="-122"/>
              </a:rPr>
              <a:t>getelementptr</a:t>
            </a:r>
            <a:r>
              <a:rPr lang="en-CA" sz="1200" dirty="0">
                <a:latin typeface="Consolas" panose="020B0609020204030204" pitchFamily="49" charset="0"/>
                <a:ea typeface="微软雅黑" pitchFamily="34" charset="-122"/>
              </a:rPr>
              <a:t> inbounds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vtable</a:t>
            </a:r>
            <a:r>
              <a:rPr lang="en-CA" sz="1200" dirty="0">
                <a:latin typeface="Consolas" panose="020B0609020204030204" pitchFamily="49" charset="0"/>
                <a:ea typeface="微软雅黑" pitchFamily="34" charset="-122"/>
              </a:rPr>
              <a:t>, i64 0</a:t>
            </a:r>
          </a:p>
          <a:p>
            <a:r>
              <a:rPr lang="en-CA" sz="1200" dirty="0" smtClean="0">
                <a:latin typeface="Consolas" panose="020B0609020204030204" pitchFamily="49" charset="0"/>
                <a:ea typeface="微软雅黑" pitchFamily="34" charset="-122"/>
              </a:rPr>
              <a:t>%</a:t>
            </a:r>
            <a:r>
              <a:rPr lang="en-CA" sz="1200" dirty="0">
                <a:latin typeface="Consolas" panose="020B0609020204030204" pitchFamily="49" charset="0"/>
                <a:ea typeface="微软雅黑" pitchFamily="34" charset="-122"/>
              </a:rPr>
              <a:t>2 = load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vfn</a:t>
            </a:r>
            <a:r>
              <a:rPr lang="en-CA" sz="1200" dirty="0">
                <a:latin typeface="Consolas" panose="020B0609020204030204" pitchFamily="49" charset="0"/>
                <a:ea typeface="微软雅黑" pitchFamily="34" charset="-122"/>
              </a:rPr>
              <a:t>, align 8</a:t>
            </a:r>
          </a:p>
          <a:p>
            <a:r>
              <a:rPr lang="en-CA" sz="1200" dirty="0" smtClean="0">
                <a:latin typeface="Consolas" panose="020B0609020204030204" pitchFamily="49" charset="0"/>
                <a:ea typeface="微软雅黑" pitchFamily="34" charset="-122"/>
              </a:rPr>
              <a:t>call </a:t>
            </a:r>
            <a:r>
              <a:rPr lang="en-CA" sz="1200" dirty="0">
                <a:latin typeface="Consolas" panose="020B0609020204030204" pitchFamily="49" charset="0"/>
                <a:ea typeface="微软雅黑" pitchFamily="34" charset="-122"/>
              </a:rPr>
              <a:t>void %2(</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noundef</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nonnull</a:t>
            </a:r>
            <a:r>
              <a:rPr lang="en-CA" sz="1200" dirty="0">
                <a:latin typeface="Consolas" panose="020B0609020204030204" pitchFamily="49" charset="0"/>
                <a:ea typeface="微软雅黑" pitchFamily="34" charset="-122"/>
              </a:rPr>
              <a:t> align 8 </a:t>
            </a:r>
            <a:r>
              <a:rPr lang="en-CA" sz="1200" dirty="0" err="1">
                <a:latin typeface="Consolas" panose="020B0609020204030204" pitchFamily="49" charset="0"/>
                <a:ea typeface="微软雅黑" pitchFamily="34" charset="-122"/>
              </a:rPr>
              <a:t>dereferenceable</a:t>
            </a:r>
            <a:r>
              <a:rPr lang="en-CA" sz="1200" dirty="0">
                <a:latin typeface="Consolas" panose="020B0609020204030204" pitchFamily="49" charset="0"/>
                <a:ea typeface="微软雅黑" pitchFamily="34" charset="-122"/>
              </a:rPr>
              <a:t>(12) %0)</a:t>
            </a:r>
            <a:endParaRPr lang="en-CA" sz="1200" dirty="0" smtClean="0">
              <a:latin typeface="Consolas" panose="020B0609020204030204" pitchFamily="49" charset="0"/>
              <a:ea typeface="微软雅黑" pitchFamily="34" charset="-122"/>
            </a:endParaRPr>
          </a:p>
        </p:txBody>
      </p:sp>
      <p:sp>
        <p:nvSpPr>
          <p:cNvPr id="7" name="Right Arrow 6"/>
          <p:cNvSpPr/>
          <p:nvPr/>
        </p:nvSpPr>
        <p:spPr bwMode="auto">
          <a:xfrm>
            <a:off x="3484197" y="3225031"/>
            <a:ext cx="1195877" cy="430262"/>
          </a:xfrm>
          <a:prstGeom prst="rightArrow">
            <a:avLst/>
          </a:prstGeom>
          <a:ln>
            <a:headEnd/>
            <a:tailEnd/>
          </a:ln>
        </p:spPr>
        <p:style>
          <a:lnRef idx="1">
            <a:schemeClr val="accent2"/>
          </a:lnRef>
          <a:fillRef idx="2">
            <a:schemeClr val="accent2"/>
          </a:fillRef>
          <a:effectRef idx="1">
            <a:schemeClr val="accent2"/>
          </a:effectRef>
          <a:fontRef idx="minor">
            <a:schemeClr val="dk1"/>
          </a:fontRef>
        </p:style>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sp>
        <p:nvSpPr>
          <p:cNvPr id="9" name="Rounded Rectangle 8"/>
          <p:cNvSpPr/>
          <p:nvPr/>
        </p:nvSpPr>
        <p:spPr bwMode="auto">
          <a:xfrm>
            <a:off x="8686801" y="3124200"/>
            <a:ext cx="1676400" cy="228600"/>
          </a:xfrm>
          <a:prstGeom prst="roundRect">
            <a:avLst/>
          </a:prstGeom>
          <a:noFill/>
          <a:ln w="28575" algn="ctr">
            <a:solidFill>
              <a:srgbClr val="FF0000"/>
            </a:solidFill>
            <a:miter lim="800000"/>
            <a:headEnd/>
            <a:tailEnd/>
          </a:ln>
          <a:effectLst/>
        </p:spPr>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spTree>
    <p:extLst>
      <p:ext uri="{BB962C8B-B14F-4D97-AF65-F5344CB8AC3E}">
        <p14:creationId xmlns:p14="http://schemas.microsoft.com/office/powerpoint/2010/main" val="23671706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“Imprecise” </a:t>
            </a:r>
            <a:r>
              <a:rPr lang="en-CA" dirty="0" smtClean="0"/>
              <a:t>metadata</a:t>
            </a:r>
            <a:endParaRPr lang="en-CA" dirty="0"/>
          </a:p>
        </p:txBody>
      </p:sp>
      <p:sp>
        <p:nvSpPr>
          <p:cNvPr id="3" name="Content Placeholder 2"/>
          <p:cNvSpPr>
            <a:spLocks noGrp="1"/>
          </p:cNvSpPr>
          <p:nvPr>
            <p:ph idx="1"/>
          </p:nvPr>
        </p:nvSpPr>
        <p:spPr/>
        <p:txBody>
          <a:bodyPr/>
          <a:lstStyle/>
          <a:p>
            <a:r>
              <a:rPr lang="en-CA" dirty="0" smtClean="0"/>
              <a:t>Currently, the metadata produced by the frontend and attached to the call is deduced from the class where that function is originally defined.</a:t>
            </a:r>
          </a:p>
          <a:p>
            <a:endParaRPr lang="en-CA" dirty="0"/>
          </a:p>
          <a:p>
            <a:endParaRPr lang="en-CA" dirty="0" smtClean="0"/>
          </a:p>
          <a:p>
            <a:endParaRPr lang="en-CA" dirty="0"/>
          </a:p>
          <a:p>
            <a:endParaRPr lang="en-CA" dirty="0" smtClean="0"/>
          </a:p>
          <a:p>
            <a:endParaRPr lang="en-CA" dirty="0"/>
          </a:p>
          <a:p>
            <a:pPr marL="0" indent="0">
              <a:buNone/>
            </a:pPr>
            <a:endParaRPr lang="en-CA" dirty="0" smtClean="0"/>
          </a:p>
        </p:txBody>
      </p:sp>
      <p:sp>
        <p:nvSpPr>
          <p:cNvPr id="4" name="TextBox 3"/>
          <p:cNvSpPr txBox="1"/>
          <p:nvPr/>
        </p:nvSpPr>
        <p:spPr>
          <a:xfrm>
            <a:off x="656207" y="2286000"/>
            <a:ext cx="2402664" cy="2308324"/>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CA" sz="1200" dirty="0">
                <a:solidFill>
                  <a:srgbClr val="569CD6"/>
                </a:solidFill>
                <a:latin typeface="Consolas" panose="020B0609020204030204" pitchFamily="49" charset="0"/>
              </a:rPr>
              <a:t>class</a:t>
            </a:r>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A</a:t>
            </a:r>
            <a:r>
              <a:rPr lang="en-CA" sz="1200" dirty="0">
                <a:solidFill>
                  <a:srgbClr val="CCCCCC"/>
                </a:solidFill>
                <a:latin typeface="Consolas" panose="020B0609020204030204" pitchFamily="49" charset="0"/>
              </a:rPr>
              <a:t> {</a:t>
            </a:r>
          </a:p>
          <a:p>
            <a:r>
              <a:rPr lang="en-CA" sz="1200" dirty="0">
                <a:solidFill>
                  <a:srgbClr val="569CD6"/>
                </a:solidFill>
                <a:latin typeface="Consolas" panose="020B0609020204030204" pitchFamily="49" charset="0"/>
              </a:rPr>
              <a:t>public:</a:t>
            </a:r>
            <a:endParaRPr lang="en-CA" sz="1200" dirty="0">
              <a:solidFill>
                <a:srgbClr val="CCCCCC"/>
              </a:solidFill>
              <a:latin typeface="Consolas" panose="020B0609020204030204" pitchFamily="49" charset="0"/>
            </a:endParaRPr>
          </a:p>
          <a:p>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virtual</a:t>
            </a:r>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void</a:t>
            </a:r>
            <a:r>
              <a:rPr lang="en-CA" sz="1200" dirty="0">
                <a:solidFill>
                  <a:srgbClr val="CCCCCC"/>
                </a:solidFill>
                <a:latin typeface="Consolas" panose="020B0609020204030204" pitchFamily="49" charset="0"/>
              </a:rPr>
              <a:t> </a:t>
            </a:r>
            <a:r>
              <a:rPr lang="en-CA" sz="1200" dirty="0">
                <a:solidFill>
                  <a:srgbClr val="DCDCAA"/>
                </a:solidFill>
                <a:latin typeface="Consolas" panose="020B0609020204030204" pitchFamily="49" charset="0"/>
              </a:rPr>
              <a:t>foo</a:t>
            </a:r>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r>
            <a:br>
              <a:rPr lang="en-CA" sz="1200" dirty="0">
                <a:solidFill>
                  <a:srgbClr val="CCCCCC"/>
                </a:solidFill>
                <a:latin typeface="Consolas" panose="020B0609020204030204" pitchFamily="49" charset="0"/>
              </a:rPr>
            </a:br>
            <a:r>
              <a:rPr lang="en-CA" sz="1200" dirty="0">
                <a:solidFill>
                  <a:srgbClr val="569CD6"/>
                </a:solidFill>
                <a:latin typeface="Consolas" panose="020B0609020204030204" pitchFamily="49" charset="0"/>
              </a:rPr>
              <a:t>class</a:t>
            </a:r>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B</a:t>
            </a:r>
            <a:r>
              <a:rPr lang="en-CA" sz="1200" dirty="0">
                <a:solidFill>
                  <a:srgbClr val="CCCCCC"/>
                </a:solidFill>
                <a:latin typeface="Consolas" panose="020B0609020204030204" pitchFamily="49" charset="0"/>
              </a:rPr>
              <a:t> : </a:t>
            </a:r>
            <a:r>
              <a:rPr lang="en-CA" sz="1200" dirty="0">
                <a:solidFill>
                  <a:srgbClr val="569CD6"/>
                </a:solidFill>
                <a:latin typeface="Consolas" panose="020B0609020204030204" pitchFamily="49" charset="0"/>
              </a:rPr>
              <a:t>public</a:t>
            </a:r>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A</a:t>
            </a:r>
            <a:r>
              <a:rPr lang="en-CA" sz="1200" dirty="0">
                <a:solidFill>
                  <a:srgbClr val="CCCCCC"/>
                </a:solidFill>
                <a:latin typeface="Consolas" panose="020B0609020204030204" pitchFamily="49" charset="0"/>
              </a:rPr>
              <a:t> {</a:t>
            </a:r>
          </a:p>
          <a:p>
            <a:r>
              <a:rPr lang="en-CA" sz="1200" dirty="0">
                <a:solidFill>
                  <a:srgbClr val="569CD6"/>
                </a:solidFill>
                <a:latin typeface="Consolas" panose="020B0609020204030204" pitchFamily="49" charset="0"/>
              </a:rPr>
              <a:t>public:</a:t>
            </a:r>
            <a:endParaRPr lang="en-CA" sz="1200" dirty="0">
              <a:solidFill>
                <a:srgbClr val="CCCCCC"/>
              </a:solidFill>
              <a:latin typeface="Consolas" panose="020B0609020204030204" pitchFamily="49" charset="0"/>
            </a:endParaRPr>
          </a:p>
          <a:p>
            <a:r>
              <a:rPr lang="en-CA" sz="1200" dirty="0">
                <a:solidFill>
                  <a:srgbClr val="CCCCCC"/>
                </a:solidFill>
                <a:latin typeface="Consolas" panose="020B0609020204030204" pitchFamily="49" charset="0"/>
              </a:rPr>
              <a:t>  </a:t>
            </a:r>
            <a:r>
              <a:rPr lang="en-CA" sz="1200" dirty="0">
                <a:solidFill>
                  <a:srgbClr val="569CD6"/>
                </a:solidFill>
                <a:latin typeface="Consolas" panose="020B0609020204030204" pitchFamily="49" charset="0"/>
              </a:rPr>
              <a:t>void</a:t>
            </a:r>
            <a:r>
              <a:rPr lang="en-CA" sz="1200" dirty="0">
                <a:solidFill>
                  <a:srgbClr val="CCCCCC"/>
                </a:solidFill>
                <a:latin typeface="Consolas" panose="020B0609020204030204" pitchFamily="49" charset="0"/>
              </a:rPr>
              <a:t> </a:t>
            </a:r>
            <a:r>
              <a:rPr lang="en-CA" sz="1200" dirty="0">
                <a:solidFill>
                  <a:srgbClr val="DCDCAA"/>
                </a:solidFill>
                <a:latin typeface="Consolas" panose="020B0609020204030204" pitchFamily="49" charset="0"/>
              </a:rPr>
              <a:t>foo</a:t>
            </a:r>
            <a:r>
              <a:rPr lang="en-CA" sz="1200" dirty="0">
                <a:solidFill>
                  <a:srgbClr val="CCCCCC"/>
                </a:solidFill>
                <a:latin typeface="Consolas" panose="020B0609020204030204" pitchFamily="49" charset="0"/>
              </a:rPr>
              <a:t>() {}</a:t>
            </a:r>
          </a:p>
          <a:p>
            <a:r>
              <a:rPr lang="en-CA" sz="1200" dirty="0">
                <a:solidFill>
                  <a:srgbClr val="CCCCCC"/>
                </a:solidFill>
                <a:latin typeface="Consolas" panose="020B0609020204030204" pitchFamily="49" charset="0"/>
              </a:rPr>
              <a:t>};</a:t>
            </a:r>
          </a:p>
          <a:p>
            <a:r>
              <a:rPr lang="en-CA" sz="1200" dirty="0">
                <a:solidFill>
                  <a:srgbClr val="CCCCCC"/>
                </a:solidFill>
                <a:latin typeface="Consolas" panose="020B0609020204030204" pitchFamily="49" charset="0"/>
              </a:rPr>
              <a:t/>
            </a:r>
            <a:br>
              <a:rPr lang="en-CA" sz="1200" dirty="0">
                <a:solidFill>
                  <a:srgbClr val="CCCCCC"/>
                </a:solidFill>
                <a:latin typeface="Consolas" panose="020B0609020204030204" pitchFamily="49" charset="0"/>
              </a:rPr>
            </a:br>
            <a:r>
              <a:rPr lang="en-CA" sz="1200" dirty="0">
                <a:solidFill>
                  <a:srgbClr val="4EC9B0"/>
                </a:solidFill>
                <a:latin typeface="Consolas" panose="020B0609020204030204" pitchFamily="49" charset="0"/>
              </a:rPr>
              <a:t>B</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9CDCFE"/>
                </a:solidFill>
                <a:latin typeface="Consolas" panose="020B0609020204030204" pitchFamily="49" charset="0"/>
              </a:rPr>
              <a:t>b</a:t>
            </a:r>
            <a:r>
              <a:rPr lang="en-CA" sz="1200" dirty="0">
                <a:solidFill>
                  <a:srgbClr val="CCCCCC"/>
                </a:solidFill>
                <a:latin typeface="Consolas" panose="020B0609020204030204" pitchFamily="49" charset="0"/>
              </a:rPr>
              <a:t> </a:t>
            </a:r>
            <a:r>
              <a:rPr lang="en-CA" sz="1200" dirty="0">
                <a:solidFill>
                  <a:srgbClr val="D4D4D4"/>
                </a:solidFill>
                <a:latin typeface="Consolas" panose="020B0609020204030204" pitchFamily="49" charset="0"/>
              </a:rPr>
              <a:t>=</a:t>
            </a:r>
            <a:r>
              <a:rPr lang="en-CA" sz="1200" dirty="0">
                <a:solidFill>
                  <a:srgbClr val="CCCCCC"/>
                </a:solidFill>
                <a:latin typeface="Consolas" panose="020B0609020204030204" pitchFamily="49" charset="0"/>
              </a:rPr>
              <a:t> </a:t>
            </a:r>
            <a:r>
              <a:rPr lang="en-CA" sz="1200" dirty="0">
                <a:solidFill>
                  <a:srgbClr val="C586C0"/>
                </a:solidFill>
                <a:latin typeface="Consolas" panose="020B0609020204030204" pitchFamily="49" charset="0"/>
              </a:rPr>
              <a:t>new</a:t>
            </a:r>
            <a:r>
              <a:rPr lang="en-CA" sz="1200" dirty="0">
                <a:solidFill>
                  <a:srgbClr val="CCCCCC"/>
                </a:solidFill>
                <a:latin typeface="Consolas" panose="020B0609020204030204" pitchFamily="49" charset="0"/>
              </a:rPr>
              <a:t> </a:t>
            </a:r>
            <a:r>
              <a:rPr lang="en-CA" sz="1200" dirty="0">
                <a:solidFill>
                  <a:srgbClr val="4EC9B0"/>
                </a:solidFill>
                <a:latin typeface="Consolas" panose="020B0609020204030204" pitchFamily="49" charset="0"/>
              </a:rPr>
              <a:t>B</a:t>
            </a:r>
            <a:r>
              <a:rPr lang="en-CA" sz="1200" dirty="0">
                <a:solidFill>
                  <a:srgbClr val="CCCCCC"/>
                </a:solidFill>
                <a:latin typeface="Consolas" panose="020B0609020204030204" pitchFamily="49" charset="0"/>
              </a:rPr>
              <a:t>();</a:t>
            </a:r>
          </a:p>
          <a:p>
            <a:r>
              <a:rPr lang="en-CA" sz="1200" dirty="0">
                <a:solidFill>
                  <a:srgbClr val="9CDCFE"/>
                </a:solidFill>
                <a:latin typeface="Consolas" panose="020B0609020204030204" pitchFamily="49" charset="0"/>
              </a:rPr>
              <a:t>b</a:t>
            </a:r>
            <a:r>
              <a:rPr lang="en-CA" sz="1200" dirty="0">
                <a:solidFill>
                  <a:srgbClr val="CCCCCC"/>
                </a:solidFill>
                <a:latin typeface="Consolas" panose="020B0609020204030204" pitchFamily="49" charset="0"/>
              </a:rPr>
              <a:t>-&gt;</a:t>
            </a:r>
            <a:r>
              <a:rPr lang="en-CA" sz="1200" dirty="0">
                <a:solidFill>
                  <a:srgbClr val="DCDCAA"/>
                </a:solidFill>
                <a:latin typeface="Consolas" panose="020B0609020204030204" pitchFamily="49" charset="0"/>
              </a:rPr>
              <a:t>foo</a:t>
            </a:r>
            <a:r>
              <a:rPr lang="en-CA" sz="1200" dirty="0" smtClean="0">
                <a:solidFill>
                  <a:srgbClr val="CCCCCC"/>
                </a:solidFill>
                <a:latin typeface="Consolas" panose="020B0609020204030204" pitchFamily="49" charset="0"/>
              </a:rPr>
              <a:t>();</a:t>
            </a:r>
            <a:endParaRPr lang="en-CA" sz="1200" dirty="0">
              <a:solidFill>
                <a:srgbClr val="CCCCCC"/>
              </a:solidFill>
              <a:latin typeface="Consolas" panose="020B0609020204030204" pitchFamily="49" charset="0"/>
            </a:endParaRPr>
          </a:p>
        </p:txBody>
      </p:sp>
      <p:sp>
        <p:nvSpPr>
          <p:cNvPr id="6" name="TextBox 5"/>
          <p:cNvSpPr txBox="1"/>
          <p:nvPr/>
        </p:nvSpPr>
        <p:spPr>
          <a:xfrm>
            <a:off x="5105400" y="2747663"/>
            <a:ext cx="6705600" cy="138499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CA" sz="1200" dirty="0" smtClean="0">
                <a:latin typeface="Consolas" panose="020B0609020204030204" pitchFamily="49" charset="0"/>
                <a:ea typeface="微软雅黑" pitchFamily="34" charset="-122"/>
              </a:rPr>
              <a:t>%</a:t>
            </a:r>
            <a:r>
              <a:rPr lang="en-CA" sz="1200" dirty="0">
                <a:latin typeface="Consolas" panose="020B0609020204030204" pitchFamily="49" charset="0"/>
                <a:ea typeface="微软雅黑" pitchFamily="34" charset="-122"/>
              </a:rPr>
              <a:t>0 = load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%b, align 8, !</a:t>
            </a:r>
            <a:r>
              <a:rPr lang="en-CA" sz="1200" dirty="0" err="1">
                <a:latin typeface="Consolas" panose="020B0609020204030204" pitchFamily="49" charset="0"/>
                <a:ea typeface="微软雅黑" pitchFamily="34" charset="-122"/>
              </a:rPr>
              <a:t>tbaa</a:t>
            </a:r>
            <a:r>
              <a:rPr lang="en-CA" sz="1200" dirty="0">
                <a:latin typeface="Consolas" panose="020B0609020204030204" pitchFamily="49" charset="0"/>
                <a:ea typeface="微软雅黑" pitchFamily="34" charset="-122"/>
              </a:rPr>
              <a:t> !14</a:t>
            </a:r>
          </a:p>
          <a:p>
            <a:r>
              <a:rPr lang="en-CA" sz="1200" dirty="0" smtClean="0">
                <a:latin typeface="Consolas" panose="020B0609020204030204" pitchFamily="49" charset="0"/>
                <a:ea typeface="微软雅黑" pitchFamily="34" charset="-122"/>
              </a:rPr>
              <a:t>%</a:t>
            </a:r>
            <a:r>
              <a:rPr lang="en-CA" sz="1200" dirty="0" err="1">
                <a:latin typeface="Consolas" panose="020B0609020204030204" pitchFamily="49" charset="0"/>
                <a:ea typeface="微软雅黑" pitchFamily="34" charset="-122"/>
              </a:rPr>
              <a:t>vtable</a:t>
            </a:r>
            <a:r>
              <a:rPr lang="en-CA" sz="1200" dirty="0">
                <a:latin typeface="Consolas" panose="020B0609020204030204" pitchFamily="49" charset="0"/>
                <a:ea typeface="微软雅黑" pitchFamily="34" charset="-122"/>
              </a:rPr>
              <a:t> = load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%0, align 8, !</a:t>
            </a:r>
            <a:r>
              <a:rPr lang="en-CA" sz="1200" dirty="0" err="1">
                <a:latin typeface="Consolas" panose="020B0609020204030204" pitchFamily="49" charset="0"/>
                <a:ea typeface="微软雅黑" pitchFamily="34" charset="-122"/>
              </a:rPr>
              <a:t>tbaa</a:t>
            </a:r>
            <a:r>
              <a:rPr lang="en-CA" sz="1200" dirty="0">
                <a:latin typeface="Consolas" panose="020B0609020204030204" pitchFamily="49" charset="0"/>
                <a:ea typeface="微软雅黑" pitchFamily="34" charset="-122"/>
              </a:rPr>
              <a:t> !18</a:t>
            </a:r>
          </a:p>
          <a:p>
            <a:r>
              <a:rPr lang="en-CA" sz="1200" dirty="0" smtClean="0">
                <a:latin typeface="Consolas" panose="020B0609020204030204" pitchFamily="49" charset="0"/>
                <a:ea typeface="微软雅黑" pitchFamily="34" charset="-122"/>
              </a:rPr>
              <a:t>%</a:t>
            </a:r>
            <a:r>
              <a:rPr lang="en-CA" sz="1200" dirty="0">
                <a:latin typeface="Consolas" panose="020B0609020204030204" pitchFamily="49" charset="0"/>
                <a:ea typeface="微软雅黑" pitchFamily="34" charset="-122"/>
              </a:rPr>
              <a:t>1 = call i1 @</a:t>
            </a:r>
            <a:r>
              <a:rPr lang="en-CA" sz="1200" dirty="0" err="1">
                <a:latin typeface="Consolas" panose="020B0609020204030204" pitchFamily="49" charset="0"/>
                <a:ea typeface="微软雅黑" pitchFamily="34" charset="-122"/>
              </a:rPr>
              <a:t>llvm.type.test</a:t>
            </a:r>
            <a:r>
              <a:rPr lang="en-CA" sz="1200" dirty="0">
                <a:latin typeface="Consolas" panose="020B0609020204030204" pitchFamily="49" charset="0"/>
                <a:ea typeface="微软雅黑" pitchFamily="34" charset="-122"/>
              </a:rPr>
              <a:t>(</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vtable</a:t>
            </a:r>
            <a:r>
              <a:rPr lang="en-CA" sz="1200" dirty="0">
                <a:latin typeface="Consolas" panose="020B0609020204030204" pitchFamily="49" charset="0"/>
                <a:ea typeface="微软雅黑" pitchFamily="34" charset="-122"/>
              </a:rPr>
              <a:t>, metadata !"_</a:t>
            </a:r>
            <a:r>
              <a:rPr lang="en-CA" sz="1200" dirty="0" smtClean="0">
                <a:latin typeface="Consolas" panose="020B0609020204030204" pitchFamily="49" charset="0"/>
                <a:ea typeface="微软雅黑" pitchFamily="34" charset="-122"/>
              </a:rPr>
              <a:t>ZTS1A")</a:t>
            </a:r>
            <a:endParaRPr lang="en-CA" sz="1200" dirty="0">
              <a:latin typeface="Consolas" panose="020B0609020204030204" pitchFamily="49" charset="0"/>
              <a:ea typeface="微软雅黑" pitchFamily="34" charset="-122"/>
            </a:endParaRPr>
          </a:p>
          <a:p>
            <a:r>
              <a:rPr lang="en-CA" sz="1200" dirty="0" smtClean="0">
                <a:latin typeface="Consolas" panose="020B0609020204030204" pitchFamily="49" charset="0"/>
                <a:ea typeface="微软雅黑" pitchFamily="34" charset="-122"/>
              </a:rPr>
              <a:t>call </a:t>
            </a:r>
            <a:r>
              <a:rPr lang="en-CA" sz="1200" dirty="0">
                <a:latin typeface="Consolas" panose="020B0609020204030204" pitchFamily="49" charset="0"/>
                <a:ea typeface="微软雅黑" pitchFamily="34" charset="-122"/>
              </a:rPr>
              <a:t>void @</a:t>
            </a:r>
            <a:r>
              <a:rPr lang="en-CA" sz="1200" dirty="0" err="1">
                <a:latin typeface="Consolas" panose="020B0609020204030204" pitchFamily="49" charset="0"/>
                <a:ea typeface="微软雅黑" pitchFamily="34" charset="-122"/>
              </a:rPr>
              <a:t>llvm.assume</a:t>
            </a:r>
            <a:r>
              <a:rPr lang="en-CA" sz="1200" dirty="0">
                <a:latin typeface="Consolas" panose="020B0609020204030204" pitchFamily="49" charset="0"/>
                <a:ea typeface="微软雅黑" pitchFamily="34" charset="-122"/>
              </a:rPr>
              <a:t>(i1 %1)</a:t>
            </a:r>
          </a:p>
          <a:p>
            <a:r>
              <a:rPr lang="en-CA" sz="1200" dirty="0" smtClean="0">
                <a:latin typeface="Consolas" panose="020B0609020204030204" pitchFamily="49" charset="0"/>
                <a:ea typeface="微软雅黑" pitchFamily="34" charset="-122"/>
              </a:rPr>
              <a:t>%</a:t>
            </a:r>
            <a:r>
              <a:rPr lang="en-CA" sz="1200" dirty="0" err="1">
                <a:latin typeface="Consolas" panose="020B0609020204030204" pitchFamily="49" charset="0"/>
                <a:ea typeface="微软雅黑" pitchFamily="34" charset="-122"/>
              </a:rPr>
              <a:t>vfn</a:t>
            </a:r>
            <a:r>
              <a:rPr lang="en-CA" sz="1200" dirty="0">
                <a:latin typeface="Consolas" panose="020B0609020204030204" pitchFamily="49" charset="0"/>
                <a:ea typeface="微软雅黑" pitchFamily="34" charset="-122"/>
              </a:rPr>
              <a:t> = </a:t>
            </a:r>
            <a:r>
              <a:rPr lang="en-CA" sz="1200" dirty="0" err="1">
                <a:latin typeface="Consolas" panose="020B0609020204030204" pitchFamily="49" charset="0"/>
                <a:ea typeface="微软雅黑" pitchFamily="34" charset="-122"/>
              </a:rPr>
              <a:t>getelementptr</a:t>
            </a:r>
            <a:r>
              <a:rPr lang="en-CA" sz="1200" dirty="0">
                <a:latin typeface="Consolas" panose="020B0609020204030204" pitchFamily="49" charset="0"/>
                <a:ea typeface="微软雅黑" pitchFamily="34" charset="-122"/>
              </a:rPr>
              <a:t> inbounds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vtable</a:t>
            </a:r>
            <a:r>
              <a:rPr lang="en-CA" sz="1200" dirty="0">
                <a:latin typeface="Consolas" panose="020B0609020204030204" pitchFamily="49" charset="0"/>
                <a:ea typeface="微软雅黑" pitchFamily="34" charset="-122"/>
              </a:rPr>
              <a:t>, i64 0</a:t>
            </a:r>
          </a:p>
          <a:p>
            <a:r>
              <a:rPr lang="en-CA" sz="1200" dirty="0" smtClean="0">
                <a:latin typeface="Consolas" panose="020B0609020204030204" pitchFamily="49" charset="0"/>
                <a:ea typeface="微软雅黑" pitchFamily="34" charset="-122"/>
              </a:rPr>
              <a:t>%</a:t>
            </a:r>
            <a:r>
              <a:rPr lang="en-CA" sz="1200" dirty="0">
                <a:latin typeface="Consolas" panose="020B0609020204030204" pitchFamily="49" charset="0"/>
                <a:ea typeface="微软雅黑" pitchFamily="34" charset="-122"/>
              </a:rPr>
              <a:t>2 = load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vfn</a:t>
            </a:r>
            <a:r>
              <a:rPr lang="en-CA" sz="1200" dirty="0">
                <a:latin typeface="Consolas" panose="020B0609020204030204" pitchFamily="49" charset="0"/>
                <a:ea typeface="微软雅黑" pitchFamily="34" charset="-122"/>
              </a:rPr>
              <a:t>, align 8</a:t>
            </a:r>
          </a:p>
          <a:p>
            <a:r>
              <a:rPr lang="en-CA" sz="1200" dirty="0" smtClean="0">
                <a:latin typeface="Consolas" panose="020B0609020204030204" pitchFamily="49" charset="0"/>
                <a:ea typeface="微软雅黑" pitchFamily="34" charset="-122"/>
              </a:rPr>
              <a:t>call </a:t>
            </a:r>
            <a:r>
              <a:rPr lang="en-CA" sz="1200" dirty="0">
                <a:latin typeface="Consolas" panose="020B0609020204030204" pitchFamily="49" charset="0"/>
                <a:ea typeface="微软雅黑" pitchFamily="34" charset="-122"/>
              </a:rPr>
              <a:t>void %2(</a:t>
            </a:r>
            <a:r>
              <a:rPr lang="en-CA" sz="1200" dirty="0" err="1">
                <a:latin typeface="Consolas" panose="020B0609020204030204" pitchFamily="49" charset="0"/>
                <a:ea typeface="微软雅黑" pitchFamily="34" charset="-122"/>
              </a:rPr>
              <a:t>ptr</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noundef</a:t>
            </a:r>
            <a:r>
              <a:rPr lang="en-CA" sz="1200" dirty="0">
                <a:latin typeface="Consolas" panose="020B0609020204030204" pitchFamily="49" charset="0"/>
                <a:ea typeface="微软雅黑" pitchFamily="34" charset="-122"/>
              </a:rPr>
              <a:t> </a:t>
            </a:r>
            <a:r>
              <a:rPr lang="en-CA" sz="1200" dirty="0" err="1">
                <a:latin typeface="Consolas" panose="020B0609020204030204" pitchFamily="49" charset="0"/>
                <a:ea typeface="微软雅黑" pitchFamily="34" charset="-122"/>
              </a:rPr>
              <a:t>nonnull</a:t>
            </a:r>
            <a:r>
              <a:rPr lang="en-CA" sz="1200" dirty="0">
                <a:latin typeface="Consolas" panose="020B0609020204030204" pitchFamily="49" charset="0"/>
                <a:ea typeface="微软雅黑" pitchFamily="34" charset="-122"/>
              </a:rPr>
              <a:t> align 8 </a:t>
            </a:r>
            <a:r>
              <a:rPr lang="en-CA" sz="1200" dirty="0" err="1">
                <a:latin typeface="Consolas" panose="020B0609020204030204" pitchFamily="49" charset="0"/>
                <a:ea typeface="微软雅黑" pitchFamily="34" charset="-122"/>
              </a:rPr>
              <a:t>dereferenceable</a:t>
            </a:r>
            <a:r>
              <a:rPr lang="en-CA" sz="1200" dirty="0">
                <a:latin typeface="Consolas" panose="020B0609020204030204" pitchFamily="49" charset="0"/>
                <a:ea typeface="微软雅黑" pitchFamily="34" charset="-122"/>
              </a:rPr>
              <a:t>(12) %0)</a:t>
            </a:r>
            <a:endParaRPr lang="en-CA" sz="1200" dirty="0" smtClean="0">
              <a:latin typeface="Consolas" panose="020B0609020204030204" pitchFamily="49" charset="0"/>
              <a:ea typeface="微软雅黑" pitchFamily="34" charset="-122"/>
            </a:endParaRPr>
          </a:p>
        </p:txBody>
      </p:sp>
      <p:sp>
        <p:nvSpPr>
          <p:cNvPr id="7" name="Right Arrow 6"/>
          <p:cNvSpPr/>
          <p:nvPr/>
        </p:nvSpPr>
        <p:spPr bwMode="auto">
          <a:xfrm>
            <a:off x="3484197" y="3225031"/>
            <a:ext cx="1195877" cy="430262"/>
          </a:xfrm>
          <a:prstGeom prst="rightArrow">
            <a:avLst/>
          </a:prstGeom>
          <a:ln>
            <a:headEnd/>
            <a:tailEnd/>
          </a:ln>
        </p:spPr>
        <p:style>
          <a:lnRef idx="1">
            <a:schemeClr val="accent2"/>
          </a:lnRef>
          <a:fillRef idx="2">
            <a:schemeClr val="accent2"/>
          </a:fillRef>
          <a:effectRef idx="1">
            <a:schemeClr val="accent2"/>
          </a:effectRef>
          <a:fontRef idx="minor">
            <a:schemeClr val="dk1"/>
          </a:fontRef>
        </p:style>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sp>
        <p:nvSpPr>
          <p:cNvPr id="9" name="Rounded Rectangle 8"/>
          <p:cNvSpPr/>
          <p:nvPr/>
        </p:nvSpPr>
        <p:spPr bwMode="auto">
          <a:xfrm>
            <a:off x="8686801" y="3124200"/>
            <a:ext cx="1676400" cy="228600"/>
          </a:xfrm>
          <a:prstGeom prst="roundRect">
            <a:avLst/>
          </a:prstGeom>
          <a:noFill/>
          <a:ln w="28575" algn="ctr">
            <a:solidFill>
              <a:srgbClr val="FF0000"/>
            </a:solidFill>
            <a:miter lim="800000"/>
            <a:headEnd/>
            <a:tailEnd/>
          </a:ln>
          <a:effectLst/>
        </p:spPr>
        <p:txBody>
          <a:bodyPr wrap="none" lIns="87706" tIns="43850" rIns="87706" bIns="43850" rtlCol="0" anchor="ctr">
            <a:noAutofit/>
          </a:bodyPr>
          <a:lstStyle/>
          <a:p>
            <a:pPr algn="ctr" defTabSz="877315" eaLnBrk="0" hangingPunct="0"/>
            <a:endParaRPr lang="en-CA" sz="1200" dirty="0" err="1" smtClean="0">
              <a:solidFill>
                <a:srgbClr val="000000"/>
              </a:solidFill>
              <a:latin typeface="Trebuchet MS" panose="020B0603020202020204" pitchFamily="34" charset="0"/>
              <a:ea typeface="ＭＳ Ｐゴシック" pitchFamily="34" charset="-128"/>
            </a:endParaRPr>
          </a:p>
        </p:txBody>
      </p:sp>
      <p:cxnSp>
        <p:nvCxnSpPr>
          <p:cNvPr id="8" name="Straight Connector 7"/>
          <p:cNvCxnSpPr/>
          <p:nvPr/>
        </p:nvCxnSpPr>
        <p:spPr bwMode="auto">
          <a:xfrm flipH="1">
            <a:off x="838200" y="3581400"/>
            <a:ext cx="1219200" cy="228600"/>
          </a:xfrm>
          <a:prstGeom prst="line">
            <a:avLst/>
          </a:prstGeom>
          <a:noFill/>
          <a:ln w="28575" cap="flat" cmpd="sng" algn="ctr">
            <a:solidFill>
              <a:srgbClr val="FF0000"/>
            </a:solidFill>
            <a:prstDash val="solid"/>
            <a:round/>
            <a:headEnd type="none" w="med" len="med"/>
            <a:tailEnd type="none" w="med" len="med"/>
          </a:ln>
          <a:effectLst/>
        </p:spPr>
      </p:cxnSp>
      <p:cxnSp>
        <p:nvCxnSpPr>
          <p:cNvPr id="10" name="Straight Connector 9"/>
          <p:cNvCxnSpPr/>
          <p:nvPr/>
        </p:nvCxnSpPr>
        <p:spPr bwMode="auto">
          <a:xfrm>
            <a:off x="838200" y="3581400"/>
            <a:ext cx="1219200" cy="228600"/>
          </a:xfrm>
          <a:prstGeom prst="line">
            <a:avLst/>
          </a:prstGeom>
          <a:noFill/>
          <a:ln w="28575"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32880511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1355699"/>
      </p:ext>
    </p:extLst>
  </p:cSld>
  <p:clrMapOvr>
    <a:masterClrMapping/>
  </p:clrMapOvr>
  <p:timing>
    <p:tnLst>
      <p:par>
        <p:cTn id="1" dur="indefinite" restart="never" nodeType="tmRoot"/>
      </p:par>
    </p:tnLst>
  </p:timing>
</p:sld>
</file>

<file path=ppt/theme/theme1.xml><?xml version="1.0" encoding="utf-8"?>
<a:theme xmlns:a="http://schemas.openxmlformats.org/drawingml/2006/main" name="Huawei 2016 16-to-9">
  <a:themeElements>
    <a:clrScheme name="Custom 33">
      <a:dk1>
        <a:srgbClr val="000000"/>
      </a:dk1>
      <a:lt1>
        <a:srgbClr val="FFFFFF"/>
      </a:lt1>
      <a:dk2>
        <a:srgbClr val="990000"/>
      </a:dk2>
      <a:lt2>
        <a:srgbClr val="808080"/>
      </a:lt2>
      <a:accent1>
        <a:srgbClr val="BBE0E3"/>
      </a:accent1>
      <a:accent2>
        <a:srgbClr val="990000"/>
      </a:accent2>
      <a:accent3>
        <a:srgbClr val="FFFFFF"/>
      </a:accent3>
      <a:accent4>
        <a:srgbClr val="000000"/>
      </a:accent4>
      <a:accent5>
        <a:srgbClr val="DAEDEF"/>
      </a:accent5>
      <a:accent6>
        <a:srgbClr val="8A0000"/>
      </a:accent6>
      <a:hlink>
        <a:srgbClr val="0066CC"/>
      </a:hlink>
      <a:folHlink>
        <a:srgbClr val="006699"/>
      </a:folHlink>
    </a:clrScheme>
    <a:fontScheme name="5_CELAB 16to9">
      <a:majorFont>
        <a:latin typeface="FrutigerNext LT Medium"/>
        <a:ea typeface="黑体"/>
        <a:cs typeface=""/>
      </a:majorFont>
      <a:minorFont>
        <a:latin typeface="FrutigerNext LT Regular"/>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lgn="ctr">
          <a:solidFill>
            <a:schemeClr val="tx1"/>
          </a:solidFill>
          <a:miter lim="800000"/>
          <a:headEnd/>
          <a:tailEnd/>
        </a:ln>
        <a:effectLst/>
      </a:spPr>
      <a:bodyPr wrap="none" lIns="87706" tIns="43850" rIns="87706" bIns="43850" rtlCol="0" anchor="ctr">
        <a:noAutofit/>
      </a:bodyPr>
      <a:lstStyle>
        <a:defPPr algn="ctr" defTabSz="877315" eaLnBrk="0" hangingPunct="0">
          <a:defRPr sz="1200" dirty="0" err="1" smtClean="0">
            <a:solidFill>
              <a:srgbClr val="000000"/>
            </a:solidFill>
            <a:latin typeface="Trebuchet MS" panose="020B0603020202020204" pitchFamily="34" charset="0"/>
            <a:ea typeface="ＭＳ Ｐゴシック" pitchFamily="34" charset="-128"/>
          </a:defRPr>
        </a:defPPr>
      </a:lstStyle>
    </a:spDef>
    <a:lnDef>
      <a:spPr bwMode="auto">
        <a:noFill/>
        <a:ln w="9525" cap="flat" cmpd="sng" algn="ctr">
          <a:solidFill>
            <a:schemeClr val="tx1"/>
          </a:solidFill>
          <a:prstDash val="solid"/>
          <a:round/>
          <a:headEnd type="none" w="med" len="med"/>
          <a:tailEnd type="triangle" w="med" len="med"/>
        </a:ln>
        <a:effectLst/>
      </a:spPr>
      <a:bodyPr/>
      <a:lstStyle/>
    </a:lnDef>
    <a:txDef>
      <a:spPr>
        <a:noFill/>
      </a:spPr>
      <a:bodyPr wrap="square" rtlCol="0">
        <a:spAutoFit/>
      </a:bodyPr>
      <a:lstStyle>
        <a:defPPr>
          <a:defRPr sz="1200" dirty="0" smtClean="0">
            <a:latin typeface="Trebuchet MS" panose="020B0603020202020204" pitchFamily="34" charset="0"/>
            <a:ea typeface="微软雅黑" pitchFamily="34" charset="-122"/>
          </a:defRPr>
        </a:defPPr>
      </a:lstStyle>
    </a:txDef>
  </a:objectDefaults>
  <a:extraClrSchemeLst>
    <a:extraClrScheme>
      <a:clrScheme name="5_CELAB 16to9 1">
        <a:dk1>
          <a:srgbClr val="080808"/>
        </a:dk1>
        <a:lt1>
          <a:srgbClr val="F8F8F8"/>
        </a:lt1>
        <a:dk2>
          <a:srgbClr val="990000"/>
        </a:dk2>
        <a:lt2>
          <a:srgbClr val="CCCCCC"/>
        </a:lt2>
        <a:accent1>
          <a:srgbClr val="FFCC66"/>
        </a:accent1>
        <a:accent2>
          <a:srgbClr val="990000"/>
        </a:accent2>
        <a:accent3>
          <a:srgbClr val="FBFBFB"/>
        </a:accent3>
        <a:accent4>
          <a:srgbClr val="060606"/>
        </a:accent4>
        <a:accent5>
          <a:srgbClr val="FFE2B8"/>
        </a:accent5>
        <a:accent6>
          <a:srgbClr val="8A0000"/>
        </a:accent6>
        <a:hlink>
          <a:srgbClr val="99660A"/>
        </a:hlink>
        <a:folHlink>
          <a:srgbClr val="999999"/>
        </a:folHlink>
      </a:clrScheme>
      <a:clrMap bg1="lt1" tx1="dk1" bg2="lt2" tx2="dk2" accent1="accent1" accent2="accent2" accent3="accent3" accent4="accent4" accent5="accent5" accent6="accent6" hlink="hlink" folHlink="folHlink"/>
    </a:extraClrScheme>
    <a:extraClrScheme>
      <a:clrScheme name="5_CELAB 16to9 2">
        <a:dk1>
          <a:srgbClr val="080808"/>
        </a:dk1>
        <a:lt1>
          <a:srgbClr val="F8F8F8"/>
        </a:lt1>
        <a:dk2>
          <a:srgbClr val="990000"/>
        </a:dk2>
        <a:lt2>
          <a:srgbClr val="CCCCCC"/>
        </a:lt2>
        <a:accent1>
          <a:srgbClr val="CCCCFF"/>
        </a:accent1>
        <a:accent2>
          <a:srgbClr val="990000"/>
        </a:accent2>
        <a:accent3>
          <a:srgbClr val="FBFBFB"/>
        </a:accent3>
        <a:accent4>
          <a:srgbClr val="060606"/>
        </a:accent4>
        <a:accent5>
          <a:srgbClr val="E2E2FF"/>
        </a:accent5>
        <a:accent6>
          <a:srgbClr val="8A0000"/>
        </a:accent6>
        <a:hlink>
          <a:srgbClr val="006699"/>
        </a:hlink>
        <a:folHlink>
          <a:srgbClr val="999999"/>
        </a:folHlink>
      </a:clrScheme>
      <a:clrMap bg1="lt1" tx1="dk1" bg2="lt2" tx2="dk2" accent1="accent1" accent2="accent2" accent3="accent3" accent4="accent4" accent5="accent5" accent6="accent6" hlink="hlink" folHlink="folHlink"/>
    </a:extraClrScheme>
    <a:extraClrScheme>
      <a:clrScheme name="5_CELAB 16to9 3">
        <a:dk1>
          <a:srgbClr val="080808"/>
        </a:dk1>
        <a:lt1>
          <a:srgbClr val="F8F8F8"/>
        </a:lt1>
        <a:dk2>
          <a:srgbClr val="990000"/>
        </a:dk2>
        <a:lt2>
          <a:srgbClr val="CCCCCC"/>
        </a:lt2>
        <a:accent1>
          <a:srgbClr val="CCFF99"/>
        </a:accent1>
        <a:accent2>
          <a:srgbClr val="990000"/>
        </a:accent2>
        <a:accent3>
          <a:srgbClr val="FBFBFB"/>
        </a:accent3>
        <a:accent4>
          <a:srgbClr val="060606"/>
        </a:accent4>
        <a:accent5>
          <a:srgbClr val="E2FFCA"/>
        </a:accent5>
        <a:accent6>
          <a:srgbClr val="8A0000"/>
        </a:accent6>
        <a:hlink>
          <a:srgbClr val="669900"/>
        </a:hlink>
        <a:folHlink>
          <a:srgbClr val="999999"/>
        </a:folHlink>
      </a:clrScheme>
      <a:clrMap bg1="lt1" tx1="dk1" bg2="lt2" tx2="dk2" accent1="accent1" accent2="accent2" accent3="accent3" accent4="accent4" accent5="accent5" accent6="accent6" hlink="hlink" folHlink="folHlink"/>
    </a:extraClrScheme>
    <a:extraClrScheme>
      <a:clrScheme name="5_CELAB 16to9 4">
        <a:dk1>
          <a:srgbClr val="080808"/>
        </a:dk1>
        <a:lt1>
          <a:srgbClr val="F8F8F8"/>
        </a:lt1>
        <a:dk2>
          <a:srgbClr val="990000"/>
        </a:dk2>
        <a:lt2>
          <a:srgbClr val="CCCCCC"/>
        </a:lt2>
        <a:accent1>
          <a:srgbClr val="FFCC99"/>
        </a:accent1>
        <a:accent2>
          <a:srgbClr val="990000"/>
        </a:accent2>
        <a:accent3>
          <a:srgbClr val="FBFBFB"/>
        </a:accent3>
        <a:accent4>
          <a:srgbClr val="060606"/>
        </a:accent4>
        <a:accent5>
          <a:srgbClr val="FFE2CA"/>
        </a:accent5>
        <a:accent6>
          <a:srgbClr val="8A0000"/>
        </a:accent6>
        <a:hlink>
          <a:srgbClr val="FF9900"/>
        </a:hlink>
        <a:folHlink>
          <a:srgbClr val="999999"/>
        </a:folHlink>
      </a:clrScheme>
      <a:clrMap bg1="lt1" tx1="dk1" bg2="lt2" tx2="dk2" accent1="accent1" accent2="accent2" accent3="accent3" accent4="accent4" accent5="accent5" accent6="accent6" hlink="hlink" folHlink="folHlink"/>
    </a:extraClrScheme>
    <a:extraClrScheme>
      <a:clrScheme name="5_CELAB 16to9 5">
        <a:dk1>
          <a:srgbClr val="080808"/>
        </a:dk1>
        <a:lt1>
          <a:srgbClr val="F8F8F8"/>
        </a:lt1>
        <a:dk2>
          <a:srgbClr val="990000"/>
        </a:dk2>
        <a:lt2>
          <a:srgbClr val="CCCCCC"/>
        </a:lt2>
        <a:accent1>
          <a:srgbClr val="99CCFF"/>
        </a:accent1>
        <a:accent2>
          <a:srgbClr val="990000"/>
        </a:accent2>
        <a:accent3>
          <a:srgbClr val="FBFBFB"/>
        </a:accent3>
        <a:accent4>
          <a:srgbClr val="060606"/>
        </a:accent4>
        <a:accent5>
          <a:srgbClr val="CAE2FF"/>
        </a:accent5>
        <a:accent6>
          <a:srgbClr val="8A0000"/>
        </a:accent6>
        <a:hlink>
          <a:srgbClr val="006699"/>
        </a:hlink>
        <a:folHlink>
          <a:srgbClr val="999999"/>
        </a:folHlink>
      </a:clrScheme>
      <a:clrMap bg1="lt1" tx1="dk1" bg2="lt2" tx2="dk2" accent1="accent1" accent2="accent2" accent3="accent3" accent4="accent4" accent5="accent5" accent6="accent6" hlink="hlink" folHlink="folHlink"/>
    </a:extraClrScheme>
    <a:extraClrScheme>
      <a:clrScheme name="5_CELAB 16to9 6">
        <a:dk1>
          <a:srgbClr val="080808"/>
        </a:dk1>
        <a:lt1>
          <a:srgbClr val="F8F8F8"/>
        </a:lt1>
        <a:dk2>
          <a:srgbClr val="990000"/>
        </a:dk2>
        <a:lt2>
          <a:srgbClr val="CCCCCC"/>
        </a:lt2>
        <a:accent1>
          <a:srgbClr val="99CCCC"/>
        </a:accent1>
        <a:accent2>
          <a:srgbClr val="990000"/>
        </a:accent2>
        <a:accent3>
          <a:srgbClr val="FBFBFB"/>
        </a:accent3>
        <a:accent4>
          <a:srgbClr val="060606"/>
        </a:accent4>
        <a:accent5>
          <a:srgbClr val="CAE2E2"/>
        </a:accent5>
        <a:accent6>
          <a:srgbClr val="8A0000"/>
        </a:accent6>
        <a:hlink>
          <a:srgbClr val="009999"/>
        </a:hlink>
        <a:folHlink>
          <a:srgbClr val="999999"/>
        </a:folHlink>
      </a:clrScheme>
      <a:clrMap bg1="lt1" tx1="dk1" bg2="lt2" tx2="dk2" accent1="accent1" accent2="accent2" accent3="accent3" accent4="accent4" accent5="accent5" accent6="accent6" hlink="hlink" folHlink="folHlink"/>
    </a:extraClrScheme>
    <a:extraClrScheme>
      <a:clrScheme name="5_CELAB 16to9 7">
        <a:dk1>
          <a:srgbClr val="080808"/>
        </a:dk1>
        <a:lt1>
          <a:srgbClr val="F8F8F8"/>
        </a:lt1>
        <a:dk2>
          <a:srgbClr val="FFCC99"/>
        </a:dk2>
        <a:lt2>
          <a:srgbClr val="FFCC66"/>
        </a:lt2>
        <a:accent1>
          <a:srgbClr val="CCFF99"/>
        </a:accent1>
        <a:accent2>
          <a:srgbClr val="CCCCFF"/>
        </a:accent2>
        <a:accent3>
          <a:srgbClr val="FBFBFB"/>
        </a:accent3>
        <a:accent4>
          <a:srgbClr val="060606"/>
        </a:accent4>
        <a:accent5>
          <a:srgbClr val="E2FFCA"/>
        </a:accent5>
        <a:accent6>
          <a:srgbClr val="B9B9E7"/>
        </a:accent6>
        <a:hlink>
          <a:srgbClr val="99CCFF"/>
        </a:hlink>
        <a:folHlink>
          <a:srgbClr val="99CCCC"/>
        </a:folHlink>
      </a:clrScheme>
      <a:clrMap bg1="lt1" tx1="dk1" bg2="lt2" tx2="dk2" accent1="accent1" accent2="accent2" accent3="accent3" accent4="accent4" accent5="accent5" accent6="accent6" hlink="hlink" folHlink="folHlink"/>
    </a:extraClrScheme>
    <a:extraClrScheme>
      <a:clrScheme name="5_CELAB 16to9 8">
        <a:dk1>
          <a:srgbClr val="080808"/>
        </a:dk1>
        <a:lt1>
          <a:srgbClr val="F8F8F8"/>
        </a:lt1>
        <a:dk2>
          <a:srgbClr val="FF9900"/>
        </a:dk2>
        <a:lt2>
          <a:srgbClr val="99660A"/>
        </a:lt2>
        <a:accent1>
          <a:srgbClr val="669900"/>
        </a:accent1>
        <a:accent2>
          <a:srgbClr val="006699"/>
        </a:accent2>
        <a:accent3>
          <a:srgbClr val="FBFBFB"/>
        </a:accent3>
        <a:accent4>
          <a:srgbClr val="060606"/>
        </a:accent4>
        <a:accent5>
          <a:srgbClr val="B8CAAA"/>
        </a:accent5>
        <a:accent6>
          <a:srgbClr val="005C8A"/>
        </a:accent6>
        <a:hlink>
          <a:srgbClr val="0099CC"/>
        </a:hlink>
        <a:folHlink>
          <a:srgbClr val="009999"/>
        </a:folHlink>
      </a:clrScheme>
      <a:clrMap bg1="lt1" tx1="dk1" bg2="lt2" tx2="dk2" accent1="accent1" accent2="accent2" accent3="accent3" accent4="accent4" accent5="accent5" accent6="accent6" hlink="hlink" folHlink="folHlink"/>
    </a:extraClrScheme>
    <a:extraClrScheme>
      <a:clrScheme name="5_CELAB 16to9 9">
        <a:dk1>
          <a:srgbClr val="080808"/>
        </a:dk1>
        <a:lt1>
          <a:srgbClr val="F8F8F8"/>
        </a:lt1>
        <a:dk2>
          <a:srgbClr val="990000"/>
        </a:dk2>
        <a:lt2>
          <a:srgbClr val="99CCFF"/>
        </a:lt2>
        <a:accent1>
          <a:srgbClr val="99CCCC"/>
        </a:accent1>
        <a:accent2>
          <a:srgbClr val="006699"/>
        </a:accent2>
        <a:accent3>
          <a:srgbClr val="FBFBFB"/>
        </a:accent3>
        <a:accent4>
          <a:srgbClr val="060606"/>
        </a:accent4>
        <a:accent5>
          <a:srgbClr val="CAE2E2"/>
        </a:accent5>
        <a:accent6>
          <a:srgbClr val="005C8A"/>
        </a:accent6>
        <a:hlink>
          <a:srgbClr val="0099CC"/>
        </a:hlink>
        <a:folHlink>
          <a:srgbClr val="009999"/>
        </a:folHlink>
      </a:clrScheme>
      <a:clrMap bg1="lt1" tx1="dk1" bg2="lt2" tx2="dk2" accent1="accent1" accent2="accent2" accent3="accent3" accent4="accent4" accent5="accent5" accent6="accent6" hlink="hlink" folHlink="folHlink"/>
    </a:extraClrScheme>
    <a:extraClrScheme>
      <a:clrScheme name="5_CELAB 16to9 10">
        <a:dk1>
          <a:srgbClr val="080808"/>
        </a:dk1>
        <a:lt1>
          <a:srgbClr val="F8F8F8"/>
        </a:lt1>
        <a:dk2>
          <a:srgbClr val="990000"/>
        </a:dk2>
        <a:lt2>
          <a:srgbClr val="999999"/>
        </a:lt2>
        <a:accent1>
          <a:srgbClr val="FFCC99"/>
        </a:accent1>
        <a:accent2>
          <a:srgbClr val="99660A"/>
        </a:accent2>
        <a:accent3>
          <a:srgbClr val="FBFBFB"/>
        </a:accent3>
        <a:accent4>
          <a:srgbClr val="060606"/>
        </a:accent4>
        <a:accent5>
          <a:srgbClr val="FFE2CA"/>
        </a:accent5>
        <a:accent6>
          <a:srgbClr val="8A5C08"/>
        </a:accent6>
        <a:hlink>
          <a:srgbClr val="FF9900"/>
        </a:hlink>
        <a:folHlink>
          <a:srgbClr val="FFCC66"/>
        </a:folHlink>
      </a:clrScheme>
      <a:clrMap bg1="lt1" tx1="dk1" bg2="lt2" tx2="dk2" accent1="accent1" accent2="accent2" accent3="accent3" accent4="accent4" accent5="accent5" accent6="accent6" hlink="hlink" folHlink="folHlink"/>
    </a:extraClrScheme>
    <a:extraClrScheme>
      <a:clrScheme name="5_CELAB 16to9 11">
        <a:dk1>
          <a:srgbClr val="000000"/>
        </a:dk1>
        <a:lt1>
          <a:srgbClr val="FFFFFF"/>
        </a:lt1>
        <a:dk2>
          <a:srgbClr val="990000"/>
        </a:dk2>
        <a:lt2>
          <a:srgbClr val="808080"/>
        </a:lt2>
        <a:accent1>
          <a:srgbClr val="BBE0E3"/>
        </a:accent1>
        <a:accent2>
          <a:srgbClr val="990000"/>
        </a:accent2>
        <a:accent3>
          <a:srgbClr val="FFFFFF"/>
        </a:accent3>
        <a:accent4>
          <a:srgbClr val="000000"/>
        </a:accent4>
        <a:accent5>
          <a:srgbClr val="DAEDEF"/>
        </a:accent5>
        <a:accent6>
          <a:srgbClr val="8A0000"/>
        </a:accent6>
        <a:hlink>
          <a:srgbClr val="99CCFF"/>
        </a:hlink>
        <a:folHlink>
          <a:srgbClr val="0066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Huawei Style 2018 Simplified.potx" id="{B4669746-5D51-4398-8308-99C249686E9B}" vid="{6D398F99-F997-4DFB-9147-31D422470E4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34870</TotalTime>
  <Words>1390</Words>
  <Application>Microsoft Office PowerPoint</Application>
  <PresentationFormat>Widescreen</PresentationFormat>
  <Paragraphs>315</Paragraphs>
  <Slides>13</Slides>
  <Notes>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13</vt:i4>
      </vt:variant>
    </vt:vector>
  </HeadingPairs>
  <TitlesOfParts>
    <vt:vector size="27" baseType="lpstr">
      <vt:lpstr>微软雅黑</vt:lpstr>
      <vt:lpstr>ＭＳ Ｐゴシック</vt:lpstr>
      <vt:lpstr>ＭＳ Ｐゴシック</vt:lpstr>
      <vt:lpstr>宋体</vt:lpstr>
      <vt:lpstr>Calibri</vt:lpstr>
      <vt:lpstr>Consolas</vt:lpstr>
      <vt:lpstr>FrutigerNext LT Light</vt:lpstr>
      <vt:lpstr>FrutigerNext LT Medium</vt:lpstr>
      <vt:lpstr>FrutigerNext LT Regular</vt:lpstr>
      <vt:lpstr>黑体</vt:lpstr>
      <vt:lpstr>华文细黑</vt:lpstr>
      <vt:lpstr>Trebuchet MS</vt:lpstr>
      <vt:lpstr>Wingdings</vt:lpstr>
      <vt:lpstr>Huawei 2016 16-to-9</vt:lpstr>
      <vt:lpstr> Exploring missed optimization opportunities in whole-program devirtualization</vt:lpstr>
      <vt:lpstr>Type metadata</vt:lpstr>
      <vt:lpstr>Whole-program devirtualization in LLVM</vt:lpstr>
      <vt:lpstr>Optimizations enabled by constructor calls</vt:lpstr>
      <vt:lpstr>Optimizations enabled by explicit casting</vt:lpstr>
      <vt:lpstr>Optimizations enabled by implicit casting</vt:lpstr>
      <vt:lpstr>Inlining exposes more opportunities</vt:lpstr>
      <vt:lpstr>Example based on inlining</vt:lpstr>
      <vt:lpstr>How often do these opportunities occur?</vt:lpstr>
      <vt:lpstr>What other opportunities do we miss?</vt:lpstr>
      <vt:lpstr>“Imprecise” metadata</vt:lpstr>
      <vt:lpstr>“Imprecise” metadata</vt:lpstr>
      <vt:lpstr>PowerPoint Presentation</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Bryan Chan</dc:creator>
  <cp:lastModifiedBy>Szymon Sobieszek (A)</cp:lastModifiedBy>
  <cp:revision>157</cp:revision>
  <dcterms:created xsi:type="dcterms:W3CDTF">2021-06-29T15:02:48Z</dcterms:created>
  <dcterms:modified xsi:type="dcterms:W3CDTF">2025-11-10T02:23:32Z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(2)SuudXJ5ZUCAnFOcTO07gAudUs1sZdbzOlfurVOXg6Oxyat41Ipwm2ERYRqV99uuT50WZ538Y_x000d_ /7sNzEgPUn2wO3eOYu5Jo7mYVTxd1iwSOQDFP+sceWXcleQFCsTAN58G1gMdhRZslBPenIE9_x000d_ tTzx+8Xs5lu7DTlCjSZWePC3jmbrmb7P/rMXgUsuRNiRKbm0pQPkw8C4t8aa6neGhfpG932o_x000d_ i1PWKyrmvAAxjUlf8+</vt:lpwstr>
  </property>
  <property fmtid="{D5CDD505-2E9C-101B-9397-08002B2CF9AE}" pid="3" name="_ms_pID_7253431">
    <vt:lpwstr>omnWwTE9VhDgj4KcFFxodaLBPKV3dmEF0+eMU7Ct34Hw==</vt:lpwstr>
  </property>
  <property fmtid="{D5CDD505-2E9C-101B-9397-08002B2CF9AE}" pid="4" name="_ms_pID_7253432">
    <vt:lpwstr>Pb0G9dUvJJSvtKPC/dt15hgNpi9NKRIbMWdb_x000d_ eC1M66FtrDJznFtWcqujC5KeoNw9baXrkeu+3BlXfbxIP5YQVA7R1/HsOBIb8eaZatxzfb2A_x000d_ EMQFi4iWXRbetc+HZ+yqWfMgOxFA1pSJTIxqjv2ODhOKEZprYCE9itbopgxtwibGhtFWtWl6_x000d_ Nst+5e1f0UtJY8cZiqiUsRKRUSwEwPgyhBMBd1qDhdtgCgIPAkPhe0</vt:lpwstr>
  </property>
  <property fmtid="{D5CDD505-2E9C-101B-9397-08002B2CF9AE}" pid="5" name="_ms_pID_7253433">
    <vt:lpwstr>7UtPz4YgXaBnaFvkuA_x000d_ YSPb+sGcMUEIIGibe048Rz3zYYF1VCaVrlJGXcET2/3AUK3eLmJwW8bTspkkottDyzjAS5A9_x000d_ WL157SmomwVUNKMiT+BemmvFbjkaiNMLNI9lijbDkeJ1w96BPzIadDUDb4Yu+BQp9myCJIX3_x000d_ qA7XQoeVCSoHsSMaGUokiU6gNlqIE0N/bcOXHez+/CNHPbhzM5QEiT7jEobQlj0ky7NXNLwQ</vt:lpwstr>
  </property>
  <property fmtid="{D5CDD505-2E9C-101B-9397-08002B2CF9AE}" pid="6" name="_ms_pID_7253434">
    <vt:lpwstr>_x000d_ 7J0Ey1Iu5dic9YL7sHmCGTB2cxvUcqOcr/+NNlUBWSgjJGBBz4439YQZH2GjcRs2KomHm/KQ_x000d_ +6/jMSXRmUieCYi4W8Pezn/GUujE9dELw6EV5DlT/ncTpPlZrfUboilV1LE2euAwgBoB/pMC_x000d_ krb7yfzM7C+wN7rBQqDl8t3qT+4YoMi3QHlpYjC52Q2K4qicwS+V4ftcB8Aq0poyMSoOVH6G_x000d_ Av2KDFFnsKQbktff</vt:lpwstr>
  </property>
  <property fmtid="{D5CDD505-2E9C-101B-9397-08002B2CF9AE}" pid="7" name="_ms_pID_7253435">
    <vt:lpwstr>aFr3Fypv1bzLIeNCwVQQkgWMLrJ6zV7HTO8VRHvEuehaU71iws0qmAjZ_x000d_ bztOFrzAMh2ytIa5T5Xkxy3iB20zYlsPPvjWxidS72D1cFjm0HhEnH7XqU8VTdvxIfAHVeqL_x000d_ A3qQtgHmz38VvZw+wnNe0tvXao6tfRTkvs1KPzItKOyAiUnJSrSmpl70zWW8HuCTdcReJ+1W_x000d_ dr/bFVPUbCzVkae6TLe3GArGXqr+Af30Lg</vt:lpwstr>
  </property>
  <property fmtid="{D5CDD505-2E9C-101B-9397-08002B2CF9AE}" pid="8" name="_ms_pID_7253436">
    <vt:lpwstr>8c8je8Ie5CauyVmQxdT1kDB9WX7QdCnvaGa3nu_x000d_ qRtNAsyE1wfuHcNExJmjvYrCFSCfXt/766xYP0C9prz7vsFij9/K/aUJ8VRqs5F/eiJ+Qij1_x000d_ UmfRhCPko3ktFj4xkGQ5QLi7dfs6tEb8KYQV3+ab0sQe1fgIs42NlVRN86OjFbVuQG47F6ms_x000d_ 36+18zHu+qvGhsj2qjZxilkfePnkHSudYCcAiwzntSDI9KEduBnf</vt:lpwstr>
  </property>
  <property fmtid="{D5CDD505-2E9C-101B-9397-08002B2CF9AE}" pid="9" name="_ms_pID_7253437">
    <vt:lpwstr>uEh3qJLp7KEi9+rUEmqX_x000d_ x1LN5D0NuhQkWwDbgCMltTp+JGZG0aFCVEOYQ+yuXLgq9wHqTDKAxz5unW3JU3/s5uRNvpwX_x000d_ Xr1fgHyD3xBVlXjwqkjl6qgPOuNaqmyMhKmLzXIRpJocJoyFjnK7VuPYuaKKU6sqmSZaDsob_x000d_ TdwN1ftc2JEC7Qlgu0bEraMaCMbUKRgg8DkNUxVQSUi7pwS4hU+EbE2oA9oDzNYIVNnPfL</vt:lpwstr>
  </property>
  <property fmtid="{D5CDD505-2E9C-101B-9397-08002B2CF9AE}" pid="10" name="_ms_pID_7253438">
    <vt:lpwstr>sE_x000d_ bGUuFkNuVBKoMy4t/IBkRle2IRz7JJgElf5tWgjt2JWuwpysCZOcQvXJJOKZ5OIhXYGIDkNs_x000d_ Gv1rSd/uuUcZshVVeB/xA4O0c/S+l7j9htQrX8EAV+0NgSvmBWkieghyj3oV5SMUMyNYtrJL_x000d_ 3RjcQuuePVzxaycY4unB2Hhbi1now0mybnvahA7w6WaRLc76lJNZ8p8tG5NngREvS6XrycpE_x000d_ FRyJScd8qT9GWC</vt:lpwstr>
  </property>
  <property fmtid="{D5CDD505-2E9C-101B-9397-08002B2CF9AE}" pid="11" name="_ms_pID_7253439">
    <vt:lpwstr>uOW5kYCcsdYvuNDbxKH1S7FmP+L1iO/95Ho0qyI2ek+f570va/+ttSRQR5_x000d_ eyOVk16iTivcQK8ACCcvgb0ndV4LRBgBXWgrTXGgzSNghN5Q7T/awTdigAHML/c9G62fp54/_x000d_ 13MT/9b3KULPoy4XxoFSRizoUw33ZNQH4XvHCY/igQZB5lCy5F7W2sve5ModEuK9dzib8X1w_x000d_ 75iUYqFjDZ48WOx16A1UV2ZkWNykprBi</vt:lpwstr>
  </property>
  <property fmtid="{D5CDD505-2E9C-101B-9397-08002B2CF9AE}" pid="12" name="_ms_pID_72534310">
    <vt:lpwstr>nktannz1DOA26Dk2vghVY/rFByx8NDrissu/0qsG_x000d_ 6AWYNNEJLQFLtB+KyvDJBINjzgdKikt5aqOHTjhUiU9ILSf0eHGZ9AXUQTN25ezKLhAujF8S_x000d_ JpnOjNqH9lseKL70PrNebM1y8OFM5grw0nnir+tIU/L07nmpGx18Lq0PEtkNzAzOZ6GDDJOi_x000d_ Ie6RkMOOu/viMIRQAq1wVaYhEG76rcrMHSMZDpV8PSixVHVbQM</vt:lpwstr>
  </property>
  <property fmtid="{D5CDD505-2E9C-101B-9397-08002B2CF9AE}" pid="13" name="_ms_pID_72534311">
    <vt:lpwstr>KzBEoPW8zcmtEZo9twavds_x000d_ atkOvLOQbHrhlSsYANExSHaB3pwJ3jUIBh/4LzEQuuQdldNLPsiIJbO3TV62cKGdO8j+xJrg_x000d_ u6grHDLrYX1yLYFdXyppsBhjQnbKUvYCTuuNx46WhwZvzydaNeAAi1+IetFYUu/yqtTxQgzV_x000d_ wiNSXIW0OS4Vf71fvcmhHDiGGyHzj5yEk6T3nRurKjvOuGJY3jy/cf03fqc=</vt:lpwstr>
  </property>
  <property fmtid="{D5CDD505-2E9C-101B-9397-08002B2CF9AE}" pid="14" name="_new_ms_pID_72543">
    <vt:lpwstr>(3)8kKFb2UfbveZJPu1Fmhs0LIPwOAqOmsPvZSWjeP8V++pNK8/eOXeZf/go0zN0zR1IdxrfaAX_x000d_
MtaUIZ65oPUw7Q26lvN902YRfjL/0k8VR3C4D59vQMoQrJuBbv8CbgB2VtnJiJ2W7mSRaKZR_x000d_
5+cW3ULjDY5ozkznJc2D58iO7KCLyKe4CT++Zxh1DoyEhLhSSxFjra4xbROtJN9D+XqbqCOz_x000d_
Y2+4mhZoi0hOm/OSP4</vt:lpwstr>
  </property>
  <property fmtid="{D5CDD505-2E9C-101B-9397-08002B2CF9AE}" pid="15" name="_new_ms_pID_725431">
    <vt:lpwstr>mqmb12goP06nQ6+eGkfcNkBv+NmAp2U2q223waSFUxMsjqB4EkFGgO_x000d_
5iPJQx0Wcfd1t+ImOre/D9mzHfl4xSHP0dyLiRNnZkvgGIg/hfKq5ivXtidrGSSO/ZHvvFAo_x000d_
eaNKgdnL7fPaTH7vdKdvNROGQU+Y+EciVhV85A4cvkJkwPN1JjSpX3JRGVIhXIdzbpRE5VQN_x000d_
FqdnYCAA4/MjFRKN5ke/vOIOvg3x+9J87BSj</vt:lpwstr>
  </property>
  <property fmtid="{D5CDD505-2E9C-101B-9397-08002B2CF9AE}" pid="16" name="_new_ms_pID_725432">
    <vt:lpwstr>2lNJBzo+13KJmNHF790mwbCKl2ROr+CNWC9w_x000d_
930RL/iSz2uYdkibBHtxXz8M7aDC0zb94RNRcq370YiyjsXJWwmr2pZrTixLy8d/cBdFDUmw_x000d_
nUXbO/33RS7u8bQT8lCIxxQEeEWJfF/vpRL12gQZPrg=</vt:lpwstr>
  </property>
  <property fmtid="{D5CDD505-2E9C-101B-9397-08002B2CF9AE}" pid="17" name="_2015_ms_pID_725343">
    <vt:lpwstr>(3)eMe3hiLzfGbY4GOmMKLsOYCgnpoRD7xvIolR3exmkTm0SqJi7myKRX7ra1BewtgQ9Lu9LfmI
+hbefkhMK3hcfU3+R2yVtpQ1fX8XbT18IAspD+ifawxRu8LPdY4Qf69rTvybqVBviodWBl7b
xSLkcD5YTM6W+fEAsp8FVX/+UhBxyazvh6dGtA3CzVLAOvg7M+NgV5l6SoIBsv6t1QFlIZB0
Y2qJt5GInItUdMoER/</vt:lpwstr>
  </property>
  <property fmtid="{D5CDD505-2E9C-101B-9397-08002B2CF9AE}" pid="18" name="_2015_ms_pID_7253431">
    <vt:lpwstr>emd1xVJtgmUZtRSmnR6s/847Z+a5zxfc7CsFKE1KlQHc8bsF0X/hF+
qIi0JGsM4ntM6BBqfo4EwI7Flzyno8rz2l77iDwxXtGT5/tVRzVHvjp6lKtA8xf7tmWCy5wl
8M2/3OzJopo6cKnQwUEMFmK8VPHdmONocOe9GEQDs9+6zdqghn1IC58dzms41C3hKCKpf/FE
Azt19l92QruTJYiDG31JSrJWqtwyCvlGO6JT</vt:lpwstr>
  </property>
  <property fmtid="{D5CDD505-2E9C-101B-9397-08002B2CF9AE}" pid="19" name="_2015_ms_pID_7253432">
    <vt:lpwstr>5tZ+1I5WUk0d4CJFSJMqvJ704zFxnRdD3a9X
5AudSbLv+t+xb3ZZ5EECo1BPYDRqrArPn3RR9Lmm17tj4runa5QhjqEhliS6Kc33Q6Kt1T66
0Xg4MgeDJOX5HcFCDc4paBQHjJlA129DhZfb7ZEMAfw=</vt:lpwstr>
  </property>
  <property fmtid="{D5CDD505-2E9C-101B-9397-08002B2CF9AE}" pid="20" name="_readonly">
    <vt:lpwstr/>
  </property>
  <property fmtid="{D5CDD505-2E9C-101B-9397-08002B2CF9AE}" pid="21" name="_change">
    <vt:lpwstr/>
  </property>
  <property fmtid="{D5CDD505-2E9C-101B-9397-08002B2CF9AE}" pid="22" name="_full-control">
    <vt:lpwstr/>
  </property>
  <property fmtid="{D5CDD505-2E9C-101B-9397-08002B2CF9AE}" pid="23" name="sflag">
    <vt:lpwstr>1575386448</vt:lpwstr>
  </property>
</Properties>
</file>